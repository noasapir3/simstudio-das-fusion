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4"/>
  </p:sldMasterIdLst>
  <p:sldIdLst>
    <p:sldId id="256" r:id="rId5"/>
    <p:sldId id="258" r:id="rId6"/>
  </p:sldIdLst>
  <p:sldSz cx="359997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19BAEE"/>
    <a:srgbClr val="F5F5F5"/>
    <a:srgbClr val="DEDEDE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4623"/>
  </p:normalViewPr>
  <p:slideViewPr>
    <p:cSldViewPr snapToGrid="0">
      <p:cViewPr varScale="1">
        <p:scale>
          <a:sx n="32" d="100"/>
          <a:sy n="32" d="100"/>
        </p:scale>
        <p:origin x="2048" y="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4124164"/>
            <a:ext cx="30599777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3235822"/>
            <a:ext cx="26999804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6282501"/>
            <a:ext cx="31049774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16864157"/>
            <a:ext cx="31049774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82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82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6708326"/>
            <a:ext cx="15299889" cy="159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341671"/>
            <a:ext cx="31049774" cy="487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6177496"/>
            <a:ext cx="15229574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9204991"/>
            <a:ext cx="15229574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6177496"/>
            <a:ext cx="15304578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9204991"/>
            <a:ext cx="15304578" cy="13539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7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628335"/>
            <a:ext cx="18224867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679998"/>
            <a:ext cx="11610853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628335"/>
            <a:ext cx="18224867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7559993"/>
            <a:ext cx="11610853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7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341665"/>
            <a:ext cx="7762444" cy="213558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341665"/>
            <a:ext cx="22837334" cy="213558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341671"/>
            <a:ext cx="31049774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6708326"/>
            <a:ext cx="31049774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BFBC8-CE72-EF49-83B3-C915A10C458B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3356649"/>
            <a:ext cx="12149912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3356649"/>
            <a:ext cx="8099941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7542-D3D7-5F4D-9DA6-74C632914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BG"/>
          <p:cNvPicPr>
            <a:picLocks/>
          </p:cNvPicPr>
          <p:nvPr/>
        </p:nvPicPr>
        <p:blipFill>
          <a:blip r:embed="rId2">
            <a:alphaModFix amt="9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3" y="0"/>
            <a:ext cx="35999964" cy="251999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E4EFAB-AB8C-CA28-1D50-48A1B49E8B20}"/>
              </a:ext>
            </a:extLst>
          </p:cNvPr>
          <p:cNvSpPr>
            <a:spLocks/>
          </p:cNvSpPr>
          <p:nvPr/>
        </p:nvSpPr>
        <p:spPr>
          <a:xfrm>
            <a:off x="809778" y="1440891"/>
            <a:ext cx="34403273" cy="39210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646357" rtl="0" eaLnBrk="1" latinLnBrk="0" hangingPunct="1"/>
            <a:endParaRPr lang="en-US" sz="303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C5E95-292C-ABA8-58EF-6AEFEBCEF01C}"/>
              </a:ext>
            </a:extLst>
          </p:cNvPr>
          <p:cNvSpPr txBox="1">
            <a:spLocks/>
          </p:cNvSpPr>
          <p:nvPr/>
        </p:nvSpPr>
        <p:spPr>
          <a:xfrm>
            <a:off x="809779" y="1096858"/>
            <a:ext cx="343801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8800" b="1" dirty="0">
                <a:solidFill>
                  <a:srgbClr val="F5F5F5"/>
                </a:solidFill>
                <a:latin typeface="Georgia" panose="02040502050405020303" pitchFamily="18" charset="0"/>
              </a:rPr>
              <a:t>Optical Fibers for Smart Cities</a:t>
            </a:r>
            <a:endParaRPr lang="he-IL" sz="8800" b="1" dirty="0">
              <a:solidFill>
                <a:srgbClr val="F5F5F5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6FB1D-CB3A-ADB9-F137-C4249CAB9851}"/>
              </a:ext>
            </a:extLst>
          </p:cNvPr>
          <p:cNvSpPr txBox="1">
            <a:spLocks/>
          </p:cNvSpPr>
          <p:nvPr/>
        </p:nvSpPr>
        <p:spPr>
          <a:xfrm>
            <a:off x="8487505" y="2380357"/>
            <a:ext cx="18390794" cy="165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Noa Sapir, Nitai Dobrecki</a:t>
            </a:r>
            <a:endParaRPr lang="he-IL" sz="4000" dirty="0">
              <a:cs typeface="Open Sans Hebrew" panose="00000500000000000000" pitchFamily="2" charset="-79"/>
            </a:endParaRPr>
          </a:p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Advisor: Khen Cohen</a:t>
            </a:r>
            <a:endParaRPr lang="he-IL" sz="5089" b="1" dirty="0">
              <a:solidFill>
                <a:srgbClr val="E3E3E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E7048A-0105-0DB4-1E9E-8A43F18ADB4F}"/>
              </a:ext>
            </a:extLst>
          </p:cNvPr>
          <p:cNvSpPr txBox="1">
            <a:spLocks/>
          </p:cNvSpPr>
          <p:nvPr/>
        </p:nvSpPr>
        <p:spPr>
          <a:xfrm>
            <a:off x="9121439" y="3979251"/>
            <a:ext cx="18390794" cy="875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89" b="1" dirty="0">
                <a:solidFill>
                  <a:srgbClr val="E3E3E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Number: 25-1-1-3221</a:t>
            </a:r>
          </a:p>
        </p:txBody>
      </p:sp>
      <p:sp>
        <p:nvSpPr>
          <p:cNvPr id="100" name="Box_Abs"/>
          <p:cNvSpPr>
            <a:spLocks noGrp="1"/>
          </p:cNvSpPr>
          <p:nvPr/>
        </p:nvSpPr>
        <p:spPr>
          <a:xfrm>
            <a:off x="1191456" y="5760000"/>
            <a:ext cx="10296000" cy="4248000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4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Box_Motiv"/>
          <p:cNvSpPr>
            <a:spLocks noGrp="1"/>
          </p:cNvSpPr>
          <p:nvPr/>
        </p:nvSpPr>
        <p:spPr>
          <a:xfrm>
            <a:off x="1191456" y="10152000"/>
            <a:ext cx="10296000" cy="13175999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200" b="1" dirty="0">
              <a:solidFill>
                <a:srgbClr val="00796B"/>
              </a:solidFill>
              <a:latin typeface="Calibri" panose="020F0502020204030204" pitchFamily="34" charset="0"/>
            </a:endParaRPr>
          </a:p>
        </p:txBody>
      </p:sp>
      <p:sp>
        <p:nvSpPr>
          <p:cNvPr id="102" name="Box_Goals"/>
          <p:cNvSpPr>
            <a:spLocks noGrp="1"/>
          </p:cNvSpPr>
          <p:nvPr/>
        </p:nvSpPr>
        <p:spPr>
          <a:xfrm>
            <a:off x="12851869" y="5759999"/>
            <a:ext cx="10296000" cy="6660000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0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Box_Arch"/>
          <p:cNvSpPr>
            <a:spLocks noGrp="1"/>
          </p:cNvSpPr>
          <p:nvPr/>
        </p:nvSpPr>
        <p:spPr>
          <a:xfrm>
            <a:off x="12851869" y="12563999"/>
            <a:ext cx="10296000" cy="10764000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marL="0" algn="l" defTabSz="457200" rtl="0" eaLnBrk="1" latinLnBrk="0" hangingPunct="1">
              <a:spcBef>
                <a:spcPts val="120"/>
              </a:spcBef>
            </a:pPr>
            <a:endParaRPr lang="en-US" sz="34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sp>
        <p:nvSpPr>
          <p:cNvPr id="104" name="Box_Meth"/>
          <p:cNvSpPr>
            <a:spLocks noGrp="1"/>
          </p:cNvSpPr>
          <p:nvPr/>
        </p:nvSpPr>
        <p:spPr>
          <a:xfrm>
            <a:off x="24375455" y="5781825"/>
            <a:ext cx="10296000" cy="13606142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marL="0" algn="l" defTabSz="457200" rtl="0" eaLnBrk="1" latinLnBrk="0" hangingPunct="1">
              <a:lnSpc>
                <a:spcPct val="40000"/>
              </a:lnSpc>
              <a:spcBef>
                <a:spcPts val="0"/>
              </a:spcBef>
            </a:pPr>
            <a:endParaRPr lang="en-US" sz="1600" dirty="0">
              <a:latin typeface="Calibri"/>
            </a:endParaRPr>
          </a:p>
        </p:txBody>
      </p:sp>
      <p:sp>
        <p:nvSpPr>
          <p:cNvPr id="106" name="Box_Conc"/>
          <p:cNvSpPr>
            <a:spLocks noGrp="1"/>
          </p:cNvSpPr>
          <p:nvPr/>
        </p:nvSpPr>
        <p:spPr>
          <a:xfrm>
            <a:off x="24375455" y="19656000"/>
            <a:ext cx="10296000" cy="3671999"/>
          </a:xfrm>
          <a:prstGeom prst="roundRect">
            <a:avLst>
              <a:gd name="adj" fmla="val 5000"/>
            </a:avLst>
          </a:prstGeom>
          <a:solidFill>
            <a:srgbClr val="FFFFFF">
              <a:alpha val="91000"/>
            </a:srgbClr>
          </a:solidFill>
          <a:ln w="9525">
            <a:solidFill>
              <a:srgbClr val="B0C8E0"/>
            </a:solidFill>
          </a:ln>
          <a:effectLst>
            <a:outerShdw blurRad="304800" dist="152400" dir="5400000" algn="tl" rotWithShape="0">
              <a:srgbClr val="000000">
                <a:alpha val="22000"/>
              </a:srgbClr>
            </a:outerShdw>
          </a:effectLst>
        </p:spPr>
        <p:txBody>
          <a:bodyPr wrap="square" lIns="304800" tIns="190500" rIns="304800" bIns="190500" rtlCol="0" anchor="t">
            <a:noAutofit/>
          </a:bodyPr>
          <a:lstStyle/>
          <a:p>
            <a:pPr marL="0" algn="l" defTabSz="457200" rtl="0" eaLnBrk="1" latinLnBrk="0" hangingPunct="1">
              <a:spcBef>
                <a:spcPts val="120"/>
              </a:spcBef>
            </a:pPr>
            <a:endParaRPr lang="en-US" sz="2700" b="0" dirty="0">
              <a:solidFill>
                <a:srgbClr val="1A2035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29FD6C-BC96-CABE-6B4C-57A72E9F12F4}"/>
              </a:ext>
            </a:extLst>
          </p:cNvPr>
          <p:cNvSpPr txBox="1"/>
          <p:nvPr/>
        </p:nvSpPr>
        <p:spPr>
          <a:xfrm>
            <a:off x="1218555" y="5808937"/>
            <a:ext cx="10296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A2342"/>
                </a:solidFill>
                <a:latin typeface="Georgia" panose="02040502050405020303" pitchFamily="18" charset="0"/>
              </a:rPr>
              <a:t>Introduction</a:t>
            </a:r>
          </a:p>
          <a:p>
            <a:r>
              <a:rPr lang="en-US" sz="3600" dirty="0">
                <a:solidFill>
                  <a:srgbClr val="1A2035"/>
                </a:solidFill>
                <a:latin typeface="Calibri" panose="020F0502020204030204" pitchFamily="34" charset="0"/>
              </a:rPr>
              <a:t>A fiber optic-based traffic monitoring system for smart cities — combining Distributed Acoustic Sensing (DAS), computer vision cameras, and GPS to track vehicles across road segments, estimate speed, and detect anomalies in real time using existing underground “dark fiber” infrastructure.</a:t>
            </a:r>
          </a:p>
          <a:p>
            <a:pPr algn="ctr"/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82066-357F-6D64-6BA1-E7DEF7EAD75E}"/>
              </a:ext>
            </a:extLst>
          </p:cNvPr>
          <p:cNvSpPr txBox="1"/>
          <p:nvPr/>
        </p:nvSpPr>
        <p:spPr>
          <a:xfrm>
            <a:off x="1191456" y="10353456"/>
            <a:ext cx="10296000" cy="13264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"/>
              </a:spcBef>
            </a:pPr>
            <a:r>
              <a:rPr lang="en-US" sz="5400" b="1" dirty="0">
                <a:solidFill>
                  <a:srgbClr val="0A2342"/>
                </a:solidFill>
                <a:latin typeface="Georgia" panose="02040502050405020303" pitchFamily="18" charset="0"/>
              </a:rPr>
              <a:t>Motivation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1400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Conventional monitoring approaches have critical limitations: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Cameras — degrade in fog/rain/night; intersection-only coverage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GPS probes — sparse, user-dependent; no continuous spatial data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Single-sensor DAS — high false alarms in dense urban environments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3200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Our system fuses all three modalities via a Kalman filter. Vehicle vibrations travel through road structure and are sensed as Rayleigh backscattering phase shifts in the buried fiber: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3200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3200" b="1" dirty="0" err="1">
                <a:solidFill>
                  <a:srgbClr val="1565C0"/>
                </a:solidFill>
                <a:latin typeface="Calibri" panose="020F0502020204030204" pitchFamily="34" charset="0"/>
              </a:rPr>
              <a:t>ε</a:t>
            </a:r>
            <a:r>
              <a:rPr lang="en-US" sz="3200" b="1" dirty="0">
                <a:solidFill>
                  <a:srgbClr val="1565C0"/>
                </a:solidFill>
                <a:latin typeface="Calibri" panose="020F0502020204030204" pitchFamily="34" charset="0"/>
              </a:rPr>
              <a:t>̇(</a:t>
            </a:r>
            <a:r>
              <a:rPr lang="en-US" sz="3200" b="1" dirty="0" err="1">
                <a:solidFill>
                  <a:srgbClr val="1565C0"/>
                </a:solidFill>
                <a:latin typeface="Calibri" panose="020F0502020204030204" pitchFamily="34" charset="0"/>
              </a:rPr>
              <a:t>t,z</a:t>
            </a:r>
            <a:r>
              <a:rPr lang="en-US" sz="3200" b="1" dirty="0">
                <a:solidFill>
                  <a:srgbClr val="1565C0"/>
                </a:solidFill>
                <a:latin typeface="Calibri" panose="020F0502020204030204" pitchFamily="34" charset="0"/>
              </a:rPr>
              <a:t>) ≈ ∂/∂t [(u(</a:t>
            </a:r>
            <a:r>
              <a:rPr lang="en-US" sz="3200" b="1" dirty="0" err="1">
                <a:solidFill>
                  <a:srgbClr val="1565C0"/>
                </a:solidFill>
                <a:latin typeface="Calibri" panose="020F0502020204030204" pitchFamily="34" charset="0"/>
              </a:rPr>
              <a:t>t,z+L</a:t>
            </a:r>
            <a:r>
              <a:rPr lang="en-US" sz="3200" b="1" dirty="0">
                <a:solidFill>
                  <a:srgbClr val="1565C0"/>
                </a:solidFill>
                <a:latin typeface="Calibri" panose="020F0502020204030204" pitchFamily="34" charset="0"/>
              </a:rPr>
              <a:t>)−u(</a:t>
            </a:r>
            <a:r>
              <a:rPr lang="en-US" sz="3200" b="1" dirty="0" err="1">
                <a:solidFill>
                  <a:srgbClr val="1565C0"/>
                </a:solidFill>
                <a:latin typeface="Calibri" panose="020F0502020204030204" pitchFamily="34" charset="0"/>
              </a:rPr>
              <a:t>t,z</a:t>
            </a:r>
            <a:r>
              <a:rPr lang="en-US" sz="3200" b="1" dirty="0">
                <a:solidFill>
                  <a:srgbClr val="1565C0"/>
                </a:solidFill>
                <a:latin typeface="Calibri" panose="020F0502020204030204" pitchFamily="34" charset="0"/>
              </a:rPr>
              <a:t>))/L]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3200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Dark fibers: unused telecom cables already deployed underground, repurposed as distributed sensor arrays at near-zero marginal cost.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3200" dirty="0">
              <a:latin typeface="Calibri"/>
            </a:endParaRPr>
          </a:p>
          <a:p>
            <a:pPr>
              <a:spcBef>
                <a:spcPts val="120"/>
              </a:spcBef>
            </a:pPr>
            <a:r>
              <a:rPr lang="en-US" sz="3200" b="1" dirty="0">
                <a:solidFill>
                  <a:srgbClr val="0A5C8A"/>
                </a:solidFill>
                <a:latin typeface="Georgia" panose="02040502050405020303" pitchFamily="18" charset="0"/>
              </a:rPr>
              <a:t>vs. Commercial Alternatives</a:t>
            </a:r>
          </a:p>
          <a:p>
            <a:pPr>
              <a:spcBef>
                <a:spcPts val="60"/>
              </a:spcBef>
            </a:pPr>
            <a:r>
              <a:rPr lang="en-US" sz="3200" dirty="0" err="1">
                <a:solidFill>
                  <a:srgbClr val="1A2035"/>
                </a:solidFill>
                <a:latin typeface="Calibri" panose="020F0502020204030204" pitchFamily="34" charset="0"/>
              </a:rPr>
              <a:t>OptaSense</a:t>
            </a: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  —  DAS only; single modality; high false alarm rates</a:t>
            </a:r>
          </a:p>
          <a:p>
            <a:pPr>
              <a:spcBef>
                <a:spcPts val="60"/>
              </a:spcBef>
            </a:pPr>
            <a:r>
              <a:rPr lang="en-US" sz="3200" dirty="0" err="1">
                <a:solidFill>
                  <a:srgbClr val="1A2035"/>
                </a:solidFill>
                <a:latin typeface="Calibri" panose="020F0502020204030204" pitchFamily="34" charset="0"/>
              </a:rPr>
              <a:t>Miovision</a:t>
            </a:r>
            <a:r>
              <a:rPr lang="en-US" sz="3200" dirty="0">
                <a:solidFill>
                  <a:srgbClr val="1A2035"/>
                </a:solidFill>
                <a:latin typeface="Calibri" panose="020F0502020204030204" pitchFamily="34" charset="0"/>
              </a:rPr>
              <a:t>  —  Cameras only; intersection-limited; weather-sensitive</a:t>
            </a:r>
          </a:p>
          <a:p>
            <a:pPr>
              <a:spcBef>
                <a:spcPts val="60"/>
              </a:spcBef>
            </a:pPr>
            <a:r>
              <a:rPr lang="en-US" sz="3200" b="1" dirty="0">
                <a:solidFill>
                  <a:srgbClr val="00796B"/>
                </a:solidFill>
                <a:latin typeface="Calibri" panose="020F0502020204030204" pitchFamily="34" charset="0"/>
              </a:rPr>
              <a:t>Our System  —  DAS + Camera + GPS; all-weather; continuous coverage</a:t>
            </a:r>
          </a:p>
          <a:p>
            <a:endParaRPr lang="en-IL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0639E-2DB3-4AEC-04A2-C7D55393CC1C}"/>
              </a:ext>
            </a:extLst>
          </p:cNvPr>
          <p:cNvSpPr txBox="1"/>
          <p:nvPr/>
        </p:nvSpPr>
        <p:spPr>
          <a:xfrm>
            <a:off x="12851869" y="5808937"/>
            <a:ext cx="10296000" cy="4106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A2342"/>
                </a:solidFill>
                <a:latin typeface="Georgia" panose="02040502050405020303" pitchFamily="18" charset="0"/>
              </a:rPr>
              <a:t>Methods &amp; Implementation</a:t>
            </a:r>
          </a:p>
          <a:p>
            <a:pPr>
              <a:spcBef>
                <a:spcPts val="60"/>
              </a:spcBef>
            </a:pPr>
            <a:r>
              <a:rPr lang="en-US" sz="3600" dirty="0">
                <a:solidFill>
                  <a:srgbClr val="1A2035"/>
                </a:solidFill>
                <a:latin typeface="Calibri" panose="020F0502020204030204" pitchFamily="34" charset="0"/>
              </a:rPr>
              <a:t>Traffic Simulation: Python-based configurable multi-street environment generating synchronized DAS signals, camera detections, and GPS traces.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3600" dirty="0">
                <a:solidFill>
                  <a:srgbClr val="1A2035"/>
                </a:solidFill>
                <a:latin typeface="Calibri" panose="020F0502020204030204" pitchFamily="34" charset="0"/>
              </a:rPr>
              <a:t>DAS Signal Processing Pipeline — raw optical data to vehicle signatures:</a:t>
            </a:r>
          </a:p>
          <a:p>
            <a:pPr algn="ctr"/>
            <a:endParaRPr lang="en-IL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62B29F-69AA-2FD9-CB4D-81CBD0C4BBA5}"/>
              </a:ext>
            </a:extLst>
          </p:cNvPr>
          <p:cNvSpPr txBox="1"/>
          <p:nvPr/>
        </p:nvSpPr>
        <p:spPr>
          <a:xfrm>
            <a:off x="13039059" y="12599987"/>
            <a:ext cx="10008000" cy="5592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A2342"/>
                </a:solidFill>
                <a:latin typeface="Georgia" panose="02040502050405020303" pitchFamily="18" charset="0"/>
              </a:rPr>
              <a:t>Results</a:t>
            </a:r>
          </a:p>
          <a:p>
            <a:pPr>
              <a:spcBef>
                <a:spcPts val="60"/>
              </a:spcBef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Kalman Filter integrates asynchronous DAS, camera, and GPS into a unified state estimate enabling cross-street tracking and trajectory reconstruction.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1200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Completed milestones (May 2026):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Multi-street simulation: ✓ Operational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DAS processing pipeline: ✓ Validated on synthetic data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Kalman filter fusion: ✓ Implemented and tested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Speed estimation ≤5 km/h: ✓ Achieved in simulation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1200" dirty="0">
              <a:latin typeface="Calibri"/>
            </a:endParaRPr>
          </a:p>
          <a:p>
            <a:pPr>
              <a:spcBef>
                <a:spcPts val="60"/>
              </a:spcBef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Anomaly detection results — pending model training completion:</a:t>
            </a:r>
          </a:p>
          <a:p>
            <a:pPr algn="ctr"/>
            <a:endParaRPr lang="en-US" b="1" dirty="0">
              <a:solidFill>
                <a:srgbClr val="0A2342"/>
              </a:solidFill>
              <a:latin typeface="Georgia" panose="02040502050405020303" pitchFamily="18" charset="0"/>
            </a:endParaRPr>
          </a:p>
          <a:p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175F09-5D83-0492-7600-AD43CF72710B}"/>
              </a:ext>
            </a:extLst>
          </p:cNvPr>
          <p:cNvSpPr txBox="1"/>
          <p:nvPr/>
        </p:nvSpPr>
        <p:spPr>
          <a:xfrm>
            <a:off x="24375455" y="5808937"/>
            <a:ext cx="10296000" cy="4113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A2342"/>
                </a:solidFill>
                <a:latin typeface="Georgia" panose="02040502050405020303" pitchFamily="18" charset="0"/>
              </a:rPr>
              <a:t>Conclusions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City-scale monitoring demonstrated using existing fiber infrastructure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Kalman fusion of DAS + Camera + GPS achieves consistent cross-street tracking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Scalable architecture — dark fiber needs no new hardware</a:t>
            </a:r>
          </a:p>
          <a:p>
            <a:pPr marL="228600" indent="-228600">
              <a:spcBef>
                <a:spcPts val="60"/>
              </a:spcBef>
              <a:buChar char="•"/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Anomaly detection (</a:t>
            </a:r>
            <a:r>
              <a:rPr lang="en-US" sz="2800" dirty="0" err="1">
                <a:solidFill>
                  <a:srgbClr val="1A2035"/>
                </a:solidFill>
                <a:latin typeface="Calibri" panose="020F0502020204030204" pitchFamily="34" charset="0"/>
              </a:rPr>
              <a:t>PyTorch</a:t>
            </a: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 NN) under training; results in final submission</a:t>
            </a:r>
          </a:p>
          <a:p>
            <a:pPr>
              <a:lnSpc>
                <a:spcPct val="40000"/>
              </a:lnSpc>
              <a:spcBef>
                <a:spcPts val="0"/>
              </a:spcBef>
            </a:pPr>
            <a:endParaRPr lang="en-US" sz="1000" dirty="0">
              <a:latin typeface="Calibri"/>
            </a:endParaRPr>
          </a:p>
          <a:p>
            <a:pPr algn="ctr"/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9D4A23-3F5C-1C9B-71B9-E9496EB9A89A}"/>
              </a:ext>
            </a:extLst>
          </p:cNvPr>
          <p:cNvSpPr txBox="1"/>
          <p:nvPr/>
        </p:nvSpPr>
        <p:spPr>
          <a:xfrm>
            <a:off x="24375455" y="19656000"/>
            <a:ext cx="10296000" cy="206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40000"/>
              </a:lnSpc>
              <a:spcBef>
                <a:spcPts val="0"/>
              </a:spcBef>
            </a:pPr>
            <a:endParaRPr lang="en-US" sz="1000" dirty="0">
              <a:latin typeface="Calibri"/>
            </a:endParaRPr>
          </a:p>
          <a:p>
            <a:pPr algn="ctr">
              <a:spcBef>
                <a:spcPts val="120"/>
              </a:spcBef>
            </a:pPr>
            <a:r>
              <a:rPr lang="en-US" sz="4800" b="1" dirty="0">
                <a:solidFill>
                  <a:srgbClr val="37474F"/>
                </a:solidFill>
                <a:latin typeface="Georgia" panose="02040502050405020303" pitchFamily="18" charset="0"/>
              </a:rPr>
              <a:t>References</a:t>
            </a:r>
          </a:p>
          <a:p>
            <a:pPr>
              <a:spcBef>
                <a:spcPts val="60"/>
              </a:spcBef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[1] DAS research, Tel Aviv University — fiber sensing for urban traffic.</a:t>
            </a:r>
          </a:p>
          <a:p>
            <a:pPr>
              <a:spcBef>
                <a:spcPts val="60"/>
              </a:spcBef>
            </a:pPr>
            <a:r>
              <a:rPr lang="en-US" sz="2800" dirty="0">
                <a:solidFill>
                  <a:srgbClr val="1A2035"/>
                </a:solidFill>
                <a:latin typeface="Calibri" panose="020F0502020204030204" pitchFamily="34" charset="0"/>
              </a:rPr>
              <a:t>[2] G. Welch &amp; G. Bishop, “Kalman Filter,” UNC Chapel Hill, 2006.</a:t>
            </a:r>
          </a:p>
          <a:p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33B23-F13C-9616-22DA-37F023046339}"/>
              </a:ext>
            </a:extLst>
          </p:cNvPr>
          <p:cNvSpPr txBox="1"/>
          <p:nvPr/>
        </p:nvSpPr>
        <p:spPr>
          <a:xfrm>
            <a:off x="31408874" y="23596032"/>
            <a:ext cx="447146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b="1" u="sng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ON’T FORGET TO DELETE THIS TEXT! This spot is a reserved spot for the company/lab logo, only if applicable!</a:t>
            </a:r>
            <a:endParaRPr lang="he-IL" sz="2400" b="1" u="sng" dirty="0">
              <a:solidFill>
                <a:srgbClr val="FF0000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98D66F-CCB6-A110-3D20-A536A7B998D0}"/>
              </a:ext>
            </a:extLst>
          </p:cNvPr>
          <p:cNvGrpSpPr/>
          <p:nvPr/>
        </p:nvGrpSpPr>
        <p:grpSpPr>
          <a:xfrm>
            <a:off x="569740" y="572547"/>
            <a:ext cx="5796815" cy="1005571"/>
            <a:chOff x="569740" y="572547"/>
            <a:chExt cx="5796815" cy="1005571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B9E3783F-7F0C-9E77-2154-632F528A65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9740" y="572547"/>
              <a:ext cx="5796815" cy="1005571"/>
            </a:xfrm>
            <a:prstGeom prst="rect">
              <a:avLst/>
            </a:prstGeom>
          </p:spPr>
        </p:pic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E821500-D376-4ED2-F9B1-D663C9AA0B32}"/>
                </a:ext>
              </a:extLst>
            </p:cNvPr>
            <p:cNvSpPr/>
            <p:nvPr/>
          </p:nvSpPr>
          <p:spPr>
            <a:xfrm>
              <a:off x="3522337" y="808015"/>
              <a:ext cx="411272" cy="510724"/>
            </a:xfrm>
            <a:custGeom>
              <a:avLst/>
              <a:gdLst>
                <a:gd name="csX0" fmla="*/ 291613 w 411272"/>
                <a:gd name="csY0" fmla="*/ 209053 h 510724"/>
                <a:gd name="csX1" fmla="*/ 271227 w 411272"/>
                <a:gd name="csY1" fmla="*/ 239926 h 510724"/>
                <a:gd name="csX2" fmla="*/ 255272 w 411272"/>
                <a:gd name="csY2" fmla="*/ 267270 h 510724"/>
                <a:gd name="csX3" fmla="*/ 226909 w 411272"/>
                <a:gd name="csY3" fmla="*/ 279619 h 510724"/>
                <a:gd name="csX4" fmla="*/ 225136 w 411272"/>
                <a:gd name="csY4" fmla="*/ 270799 h 510724"/>
                <a:gd name="csX5" fmla="*/ 259704 w 411272"/>
                <a:gd name="csY5" fmla="*/ 172888 h 510724"/>
                <a:gd name="csX6" fmla="*/ 230454 w 411272"/>
                <a:gd name="csY6" fmla="*/ 57335 h 510724"/>
                <a:gd name="csX7" fmla="*/ 208295 w 411272"/>
                <a:gd name="csY7" fmla="*/ 0 h 510724"/>
                <a:gd name="csX8" fmla="*/ 186136 w 411272"/>
                <a:gd name="csY8" fmla="*/ 57335 h 510724"/>
                <a:gd name="csX9" fmla="*/ 156886 w 411272"/>
                <a:gd name="csY9" fmla="*/ 172888 h 510724"/>
                <a:gd name="csX10" fmla="*/ 191454 w 411272"/>
                <a:gd name="csY10" fmla="*/ 270799 h 510724"/>
                <a:gd name="csX11" fmla="*/ 189682 w 411272"/>
                <a:gd name="csY11" fmla="*/ 279619 h 510724"/>
                <a:gd name="csX12" fmla="*/ 161318 w 411272"/>
                <a:gd name="csY12" fmla="*/ 267270 h 510724"/>
                <a:gd name="csX13" fmla="*/ 145364 w 411272"/>
                <a:gd name="csY13" fmla="*/ 239926 h 510724"/>
                <a:gd name="csX14" fmla="*/ 124977 w 411272"/>
                <a:gd name="csY14" fmla="*/ 209053 h 510724"/>
                <a:gd name="csX15" fmla="*/ 0 w 411272"/>
                <a:gd name="csY15" fmla="*/ 187883 h 510724"/>
                <a:gd name="csX16" fmla="*/ 57614 w 411272"/>
                <a:gd name="csY16" fmla="*/ 329016 h 510724"/>
                <a:gd name="csX17" fmla="*/ 95727 w 411272"/>
                <a:gd name="csY17" fmla="*/ 357242 h 510724"/>
                <a:gd name="csX18" fmla="*/ 179045 w 411272"/>
                <a:gd name="csY18" fmla="*/ 357242 h 510724"/>
                <a:gd name="csX19" fmla="*/ 188795 w 411272"/>
                <a:gd name="csY19" fmla="*/ 363417 h 510724"/>
                <a:gd name="csX20" fmla="*/ 188795 w 411272"/>
                <a:gd name="csY20" fmla="*/ 381941 h 510724"/>
                <a:gd name="csX21" fmla="*/ 182591 w 411272"/>
                <a:gd name="csY21" fmla="*/ 388997 h 510724"/>
                <a:gd name="csX22" fmla="*/ 93068 w 411272"/>
                <a:gd name="csY22" fmla="*/ 388997 h 510724"/>
                <a:gd name="csX23" fmla="*/ 93068 w 411272"/>
                <a:gd name="csY23" fmla="*/ 424280 h 510724"/>
                <a:gd name="csX24" fmla="*/ 114341 w 411272"/>
                <a:gd name="csY24" fmla="*/ 424280 h 510724"/>
                <a:gd name="csX25" fmla="*/ 106364 w 411272"/>
                <a:gd name="csY25" fmla="*/ 471031 h 510724"/>
                <a:gd name="csX26" fmla="*/ 78000 w 411272"/>
                <a:gd name="csY26" fmla="*/ 477205 h 510724"/>
                <a:gd name="csX27" fmla="*/ 85091 w 411272"/>
                <a:gd name="csY27" fmla="*/ 510724 h 510724"/>
                <a:gd name="csX28" fmla="*/ 135613 w 411272"/>
                <a:gd name="csY28" fmla="*/ 500139 h 510724"/>
                <a:gd name="csX29" fmla="*/ 149795 w 411272"/>
                <a:gd name="csY29" fmla="*/ 423398 h 510724"/>
                <a:gd name="csX30" fmla="*/ 179045 w 411272"/>
                <a:gd name="csY30" fmla="*/ 423398 h 510724"/>
                <a:gd name="csX31" fmla="*/ 187022 w 411272"/>
                <a:gd name="csY31" fmla="*/ 429573 h 510724"/>
                <a:gd name="csX32" fmla="*/ 187022 w 411272"/>
                <a:gd name="csY32" fmla="*/ 500139 h 510724"/>
                <a:gd name="csX33" fmla="*/ 224250 w 411272"/>
                <a:gd name="csY33" fmla="*/ 500139 h 510724"/>
                <a:gd name="csX34" fmla="*/ 224250 w 411272"/>
                <a:gd name="csY34" fmla="*/ 423398 h 510724"/>
                <a:gd name="csX35" fmla="*/ 243750 w 411272"/>
                <a:gd name="csY35" fmla="*/ 425163 h 510724"/>
                <a:gd name="csX36" fmla="*/ 310227 w 411272"/>
                <a:gd name="csY36" fmla="*/ 505432 h 510724"/>
                <a:gd name="csX37" fmla="*/ 337704 w 411272"/>
                <a:gd name="csY37" fmla="*/ 484262 h 510724"/>
                <a:gd name="csX38" fmla="*/ 305795 w 411272"/>
                <a:gd name="csY38" fmla="*/ 444568 h 510724"/>
                <a:gd name="csX39" fmla="*/ 324409 w 411272"/>
                <a:gd name="csY39" fmla="*/ 426927 h 510724"/>
                <a:gd name="csX40" fmla="*/ 333272 w 411272"/>
                <a:gd name="csY40" fmla="*/ 387233 h 510724"/>
                <a:gd name="csX41" fmla="*/ 297818 w 411272"/>
                <a:gd name="csY41" fmla="*/ 387233 h 510724"/>
                <a:gd name="csX42" fmla="*/ 293386 w 411272"/>
                <a:gd name="csY42" fmla="*/ 406639 h 510724"/>
                <a:gd name="csX43" fmla="*/ 281863 w 411272"/>
                <a:gd name="csY43" fmla="*/ 416342 h 510724"/>
                <a:gd name="csX44" fmla="*/ 250841 w 411272"/>
                <a:gd name="csY44" fmla="*/ 387233 h 510724"/>
                <a:gd name="csX45" fmla="*/ 228682 w 411272"/>
                <a:gd name="csY45" fmla="*/ 387233 h 510724"/>
                <a:gd name="csX46" fmla="*/ 222477 w 411272"/>
                <a:gd name="csY46" fmla="*/ 380176 h 510724"/>
                <a:gd name="csX47" fmla="*/ 222477 w 411272"/>
                <a:gd name="csY47" fmla="*/ 361653 h 510724"/>
                <a:gd name="csX48" fmla="*/ 232227 w 411272"/>
                <a:gd name="csY48" fmla="*/ 355478 h 510724"/>
                <a:gd name="csX49" fmla="*/ 315545 w 411272"/>
                <a:gd name="csY49" fmla="*/ 355478 h 510724"/>
                <a:gd name="csX50" fmla="*/ 353659 w 411272"/>
                <a:gd name="csY50" fmla="*/ 327252 h 510724"/>
                <a:gd name="csX51" fmla="*/ 411272 w 411272"/>
                <a:gd name="csY51" fmla="*/ 186119 h 510724"/>
                <a:gd name="csX52" fmla="*/ 286295 w 411272"/>
                <a:gd name="csY52" fmla="*/ 207289 h 510724"/>
                <a:gd name="csX53" fmla="*/ 187909 w 411272"/>
                <a:gd name="csY53" fmla="*/ 167595 h 510724"/>
                <a:gd name="csX54" fmla="*/ 208295 w 411272"/>
                <a:gd name="csY54" fmla="*/ 73213 h 510724"/>
                <a:gd name="csX55" fmla="*/ 208295 w 411272"/>
                <a:gd name="csY55" fmla="*/ 73213 h 510724"/>
                <a:gd name="csX56" fmla="*/ 228682 w 411272"/>
                <a:gd name="csY56" fmla="*/ 167595 h 510724"/>
                <a:gd name="csX57" fmla="*/ 219818 w 411272"/>
                <a:gd name="csY57" fmla="*/ 220520 h 510724"/>
                <a:gd name="csX58" fmla="*/ 218045 w 411272"/>
                <a:gd name="csY58" fmla="*/ 224048 h 510724"/>
                <a:gd name="csX59" fmla="*/ 217159 w 411272"/>
                <a:gd name="csY59" fmla="*/ 222284 h 510724"/>
                <a:gd name="csX60" fmla="*/ 208295 w 411272"/>
                <a:gd name="csY60" fmla="*/ 131430 h 510724"/>
                <a:gd name="csX61" fmla="*/ 199432 w 411272"/>
                <a:gd name="csY61" fmla="*/ 222284 h 510724"/>
                <a:gd name="csX62" fmla="*/ 198545 w 411272"/>
                <a:gd name="csY62" fmla="*/ 224048 h 510724"/>
                <a:gd name="csX63" fmla="*/ 196772 w 411272"/>
                <a:gd name="csY63" fmla="*/ 220520 h 510724"/>
                <a:gd name="csX64" fmla="*/ 187909 w 411272"/>
                <a:gd name="csY64" fmla="*/ 167595 h 510724"/>
                <a:gd name="csX65" fmla="*/ 209181 w 411272"/>
                <a:gd name="csY65" fmla="*/ 328134 h 510724"/>
                <a:gd name="csX66" fmla="*/ 49636 w 411272"/>
                <a:gd name="csY66" fmla="*/ 227577 h 510724"/>
                <a:gd name="csX67" fmla="*/ 105477 w 411272"/>
                <a:gd name="csY67" fmla="*/ 235515 h 510724"/>
                <a:gd name="csX68" fmla="*/ 115227 w 411272"/>
                <a:gd name="csY68" fmla="*/ 245218 h 510724"/>
                <a:gd name="csX69" fmla="*/ 209181 w 411272"/>
                <a:gd name="csY69" fmla="*/ 318431 h 510724"/>
                <a:gd name="csX70" fmla="*/ 302250 w 411272"/>
                <a:gd name="csY70" fmla="*/ 246100 h 510724"/>
                <a:gd name="csX71" fmla="*/ 312886 w 411272"/>
                <a:gd name="csY71" fmla="*/ 236397 h 510724"/>
                <a:gd name="csX72" fmla="*/ 368727 w 411272"/>
                <a:gd name="csY72" fmla="*/ 227577 h 510724"/>
                <a:gd name="csX73" fmla="*/ 209181 w 411272"/>
                <a:gd name="csY73" fmla="*/ 328134 h 510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411272" h="510724">
                  <a:moveTo>
                    <a:pt x="291613" y="209053"/>
                  </a:moveTo>
                  <a:cubicBezTo>
                    <a:pt x="272113" y="213463"/>
                    <a:pt x="273000" y="232869"/>
                    <a:pt x="271227" y="239926"/>
                  </a:cubicBezTo>
                  <a:cubicBezTo>
                    <a:pt x="268568" y="248747"/>
                    <a:pt x="266795" y="254921"/>
                    <a:pt x="255272" y="267270"/>
                  </a:cubicBezTo>
                  <a:cubicBezTo>
                    <a:pt x="244636" y="278737"/>
                    <a:pt x="233113" y="284912"/>
                    <a:pt x="226909" y="279619"/>
                  </a:cubicBezTo>
                  <a:cubicBezTo>
                    <a:pt x="224250" y="277855"/>
                    <a:pt x="224250" y="272563"/>
                    <a:pt x="225136" y="270799"/>
                  </a:cubicBezTo>
                  <a:cubicBezTo>
                    <a:pt x="230454" y="263742"/>
                    <a:pt x="260591" y="224930"/>
                    <a:pt x="259704" y="172888"/>
                  </a:cubicBezTo>
                  <a:cubicBezTo>
                    <a:pt x="258818" y="137604"/>
                    <a:pt x="249954" y="109378"/>
                    <a:pt x="230454" y="57335"/>
                  </a:cubicBezTo>
                  <a:cubicBezTo>
                    <a:pt x="213613" y="14995"/>
                    <a:pt x="208295" y="0"/>
                    <a:pt x="208295" y="0"/>
                  </a:cubicBezTo>
                  <a:cubicBezTo>
                    <a:pt x="208295" y="0"/>
                    <a:pt x="202977" y="14995"/>
                    <a:pt x="186136" y="57335"/>
                  </a:cubicBezTo>
                  <a:cubicBezTo>
                    <a:pt x="165750" y="109378"/>
                    <a:pt x="157773" y="137604"/>
                    <a:pt x="156886" y="172888"/>
                  </a:cubicBezTo>
                  <a:cubicBezTo>
                    <a:pt x="155114" y="224930"/>
                    <a:pt x="186136" y="264624"/>
                    <a:pt x="191454" y="270799"/>
                  </a:cubicBezTo>
                  <a:cubicBezTo>
                    <a:pt x="192341" y="272563"/>
                    <a:pt x="192341" y="276973"/>
                    <a:pt x="189682" y="279619"/>
                  </a:cubicBezTo>
                  <a:cubicBezTo>
                    <a:pt x="183477" y="284912"/>
                    <a:pt x="171954" y="278737"/>
                    <a:pt x="161318" y="267270"/>
                  </a:cubicBezTo>
                  <a:cubicBezTo>
                    <a:pt x="149795" y="255803"/>
                    <a:pt x="148022" y="249629"/>
                    <a:pt x="145364" y="239926"/>
                  </a:cubicBezTo>
                  <a:cubicBezTo>
                    <a:pt x="143591" y="232869"/>
                    <a:pt x="145364" y="213463"/>
                    <a:pt x="124977" y="209053"/>
                  </a:cubicBezTo>
                  <a:cubicBezTo>
                    <a:pt x="109023" y="205525"/>
                    <a:pt x="0" y="187883"/>
                    <a:pt x="0" y="187883"/>
                  </a:cubicBezTo>
                  <a:cubicBezTo>
                    <a:pt x="0" y="187883"/>
                    <a:pt x="54068" y="320195"/>
                    <a:pt x="57614" y="329016"/>
                  </a:cubicBezTo>
                  <a:cubicBezTo>
                    <a:pt x="61159" y="337837"/>
                    <a:pt x="75341" y="357242"/>
                    <a:pt x="95727" y="357242"/>
                  </a:cubicBezTo>
                  <a:cubicBezTo>
                    <a:pt x="119659" y="357242"/>
                    <a:pt x="171068" y="357242"/>
                    <a:pt x="179045" y="357242"/>
                  </a:cubicBezTo>
                  <a:cubicBezTo>
                    <a:pt x="185250" y="357242"/>
                    <a:pt x="188795" y="359007"/>
                    <a:pt x="188795" y="363417"/>
                  </a:cubicBezTo>
                  <a:cubicBezTo>
                    <a:pt x="188795" y="367827"/>
                    <a:pt x="188795" y="377530"/>
                    <a:pt x="188795" y="381941"/>
                  </a:cubicBezTo>
                  <a:cubicBezTo>
                    <a:pt x="188795" y="386351"/>
                    <a:pt x="187022" y="388997"/>
                    <a:pt x="182591" y="388997"/>
                  </a:cubicBezTo>
                  <a:lnTo>
                    <a:pt x="93068" y="388997"/>
                  </a:lnTo>
                  <a:lnTo>
                    <a:pt x="93068" y="424280"/>
                  </a:lnTo>
                  <a:lnTo>
                    <a:pt x="114341" y="424280"/>
                  </a:lnTo>
                  <a:lnTo>
                    <a:pt x="106364" y="471031"/>
                  </a:lnTo>
                  <a:lnTo>
                    <a:pt x="78000" y="477205"/>
                  </a:lnTo>
                  <a:lnTo>
                    <a:pt x="85091" y="510724"/>
                  </a:lnTo>
                  <a:lnTo>
                    <a:pt x="135613" y="500139"/>
                  </a:lnTo>
                  <a:lnTo>
                    <a:pt x="149795" y="423398"/>
                  </a:lnTo>
                  <a:lnTo>
                    <a:pt x="179045" y="423398"/>
                  </a:lnTo>
                  <a:cubicBezTo>
                    <a:pt x="180818" y="423398"/>
                    <a:pt x="187022" y="424280"/>
                    <a:pt x="187022" y="429573"/>
                  </a:cubicBezTo>
                  <a:lnTo>
                    <a:pt x="187022" y="500139"/>
                  </a:lnTo>
                  <a:lnTo>
                    <a:pt x="224250" y="500139"/>
                  </a:lnTo>
                  <a:lnTo>
                    <a:pt x="224250" y="423398"/>
                  </a:lnTo>
                  <a:cubicBezTo>
                    <a:pt x="235772" y="423398"/>
                    <a:pt x="241977" y="422516"/>
                    <a:pt x="243750" y="425163"/>
                  </a:cubicBezTo>
                  <a:cubicBezTo>
                    <a:pt x="263250" y="448979"/>
                    <a:pt x="310227" y="505432"/>
                    <a:pt x="310227" y="505432"/>
                  </a:cubicBezTo>
                  <a:lnTo>
                    <a:pt x="337704" y="484262"/>
                  </a:lnTo>
                  <a:lnTo>
                    <a:pt x="305795" y="444568"/>
                  </a:lnTo>
                  <a:cubicBezTo>
                    <a:pt x="305795" y="444568"/>
                    <a:pt x="320863" y="436630"/>
                    <a:pt x="324409" y="426927"/>
                  </a:cubicBezTo>
                  <a:cubicBezTo>
                    <a:pt x="327954" y="418106"/>
                    <a:pt x="333272" y="387233"/>
                    <a:pt x="333272" y="387233"/>
                  </a:cubicBezTo>
                  <a:cubicBezTo>
                    <a:pt x="333272" y="387233"/>
                    <a:pt x="317318" y="387233"/>
                    <a:pt x="297818" y="387233"/>
                  </a:cubicBezTo>
                  <a:cubicBezTo>
                    <a:pt x="297818" y="387233"/>
                    <a:pt x="294272" y="403111"/>
                    <a:pt x="293386" y="406639"/>
                  </a:cubicBezTo>
                  <a:cubicBezTo>
                    <a:pt x="291613" y="416342"/>
                    <a:pt x="281863" y="416342"/>
                    <a:pt x="281863" y="416342"/>
                  </a:cubicBezTo>
                  <a:cubicBezTo>
                    <a:pt x="265909" y="397818"/>
                    <a:pt x="262363" y="387233"/>
                    <a:pt x="250841" y="387233"/>
                  </a:cubicBezTo>
                  <a:cubicBezTo>
                    <a:pt x="228682" y="387233"/>
                    <a:pt x="234000" y="387233"/>
                    <a:pt x="228682" y="387233"/>
                  </a:cubicBezTo>
                  <a:cubicBezTo>
                    <a:pt x="226023" y="387233"/>
                    <a:pt x="222477" y="384587"/>
                    <a:pt x="222477" y="380176"/>
                  </a:cubicBezTo>
                  <a:cubicBezTo>
                    <a:pt x="222477" y="375766"/>
                    <a:pt x="222477" y="366063"/>
                    <a:pt x="222477" y="361653"/>
                  </a:cubicBezTo>
                  <a:cubicBezTo>
                    <a:pt x="222477" y="358124"/>
                    <a:pt x="226909" y="355478"/>
                    <a:pt x="232227" y="355478"/>
                  </a:cubicBezTo>
                  <a:cubicBezTo>
                    <a:pt x="240204" y="355478"/>
                    <a:pt x="291613" y="355478"/>
                    <a:pt x="315545" y="355478"/>
                  </a:cubicBezTo>
                  <a:cubicBezTo>
                    <a:pt x="335932" y="355478"/>
                    <a:pt x="350113" y="336072"/>
                    <a:pt x="353659" y="327252"/>
                  </a:cubicBezTo>
                  <a:cubicBezTo>
                    <a:pt x="357204" y="318431"/>
                    <a:pt x="411272" y="186119"/>
                    <a:pt x="411272" y="186119"/>
                  </a:cubicBezTo>
                  <a:cubicBezTo>
                    <a:pt x="411272" y="186119"/>
                    <a:pt x="301363" y="203760"/>
                    <a:pt x="286295" y="207289"/>
                  </a:cubicBezTo>
                  <a:moveTo>
                    <a:pt x="187909" y="167595"/>
                  </a:moveTo>
                  <a:cubicBezTo>
                    <a:pt x="187909" y="145543"/>
                    <a:pt x="208295" y="73213"/>
                    <a:pt x="208295" y="73213"/>
                  </a:cubicBezTo>
                  <a:lnTo>
                    <a:pt x="208295" y="73213"/>
                  </a:lnTo>
                  <a:cubicBezTo>
                    <a:pt x="208295" y="73213"/>
                    <a:pt x="227795" y="145543"/>
                    <a:pt x="228682" y="167595"/>
                  </a:cubicBezTo>
                  <a:cubicBezTo>
                    <a:pt x="228682" y="189647"/>
                    <a:pt x="220704" y="219638"/>
                    <a:pt x="219818" y="220520"/>
                  </a:cubicBezTo>
                  <a:cubicBezTo>
                    <a:pt x="219818" y="222284"/>
                    <a:pt x="219818" y="224048"/>
                    <a:pt x="218045" y="224048"/>
                  </a:cubicBezTo>
                  <a:cubicBezTo>
                    <a:pt x="216273" y="224048"/>
                    <a:pt x="217159" y="223166"/>
                    <a:pt x="217159" y="222284"/>
                  </a:cubicBezTo>
                  <a:cubicBezTo>
                    <a:pt x="217159" y="222284"/>
                    <a:pt x="208295" y="131430"/>
                    <a:pt x="208295" y="131430"/>
                  </a:cubicBezTo>
                  <a:cubicBezTo>
                    <a:pt x="208295" y="131430"/>
                    <a:pt x="199432" y="221402"/>
                    <a:pt x="199432" y="222284"/>
                  </a:cubicBezTo>
                  <a:cubicBezTo>
                    <a:pt x="199432" y="223166"/>
                    <a:pt x="199432" y="224048"/>
                    <a:pt x="198545" y="224048"/>
                  </a:cubicBezTo>
                  <a:cubicBezTo>
                    <a:pt x="197659" y="224048"/>
                    <a:pt x="197659" y="223166"/>
                    <a:pt x="196772" y="220520"/>
                  </a:cubicBezTo>
                  <a:cubicBezTo>
                    <a:pt x="196772" y="218756"/>
                    <a:pt x="187022" y="189647"/>
                    <a:pt x="187909" y="167595"/>
                  </a:cubicBezTo>
                  <a:moveTo>
                    <a:pt x="209181" y="328134"/>
                  </a:moveTo>
                  <a:cubicBezTo>
                    <a:pt x="92182" y="328134"/>
                    <a:pt x="49636" y="227577"/>
                    <a:pt x="49636" y="227577"/>
                  </a:cubicBezTo>
                  <a:cubicBezTo>
                    <a:pt x="49636" y="227577"/>
                    <a:pt x="97500" y="233751"/>
                    <a:pt x="105477" y="235515"/>
                  </a:cubicBezTo>
                  <a:cubicBezTo>
                    <a:pt x="109909" y="235515"/>
                    <a:pt x="114341" y="241690"/>
                    <a:pt x="115227" y="245218"/>
                  </a:cubicBezTo>
                  <a:cubicBezTo>
                    <a:pt x="117000" y="254921"/>
                    <a:pt x="140932" y="318431"/>
                    <a:pt x="209181" y="318431"/>
                  </a:cubicBezTo>
                  <a:cubicBezTo>
                    <a:pt x="277432" y="318431"/>
                    <a:pt x="298704" y="260214"/>
                    <a:pt x="302250" y="246100"/>
                  </a:cubicBezTo>
                  <a:cubicBezTo>
                    <a:pt x="303136" y="240808"/>
                    <a:pt x="306681" y="237279"/>
                    <a:pt x="312886" y="236397"/>
                  </a:cubicBezTo>
                  <a:cubicBezTo>
                    <a:pt x="323523" y="234633"/>
                    <a:pt x="368727" y="227577"/>
                    <a:pt x="368727" y="227577"/>
                  </a:cubicBezTo>
                  <a:cubicBezTo>
                    <a:pt x="368727" y="227577"/>
                    <a:pt x="325295" y="328134"/>
                    <a:pt x="209181" y="328134"/>
                  </a:cubicBezTo>
                </a:path>
              </a:pathLst>
            </a:custGeom>
            <a:solidFill>
              <a:schemeClr val="tx1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5E9C74-36B9-7A51-A17D-77FBC10AAB83}"/>
              </a:ext>
            </a:extLst>
          </p:cNvPr>
          <p:cNvGrpSpPr/>
          <p:nvPr/>
        </p:nvGrpSpPr>
        <p:grpSpPr>
          <a:xfrm>
            <a:off x="32128987" y="616608"/>
            <a:ext cx="3655103" cy="933662"/>
            <a:chOff x="32128987" y="649265"/>
            <a:chExt cx="3655103" cy="933662"/>
          </a:xfrm>
        </p:grpSpPr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B29351C0-AD7D-757E-D7BD-B1FD478E73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128987" y="649265"/>
              <a:ext cx="3655103" cy="928853"/>
            </a:xfrm>
            <a:prstGeom prst="rect">
              <a:avLst/>
            </a:prstGeom>
          </p:spPr>
        </p:pic>
        <p:grpSp>
          <p:nvGrpSpPr>
            <p:cNvPr id="57" name="Graphic 142">
              <a:extLst>
                <a:ext uri="{FF2B5EF4-FFF2-40B4-BE49-F238E27FC236}">
                  <a16:creationId xmlns:a16="http://schemas.microsoft.com/office/drawing/2014/main" id="{82E352BC-F1F0-20C8-CF96-71F0A3C00FA5}"/>
                </a:ext>
              </a:extLst>
            </p:cNvPr>
            <p:cNvGrpSpPr/>
            <p:nvPr/>
          </p:nvGrpSpPr>
          <p:grpSpPr>
            <a:xfrm>
              <a:off x="32151289" y="663994"/>
              <a:ext cx="1383878" cy="918933"/>
              <a:chOff x="26887914" y="7617668"/>
              <a:chExt cx="1383878" cy="918933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36B8319-B5EF-E8F8-7F78-10873BF42091}"/>
                  </a:ext>
                </a:extLst>
              </p:cNvPr>
              <p:cNvSpPr/>
              <p:nvPr/>
            </p:nvSpPr>
            <p:spPr>
              <a:xfrm>
                <a:off x="27349206" y="7617668"/>
                <a:ext cx="922585" cy="918933"/>
              </a:xfrm>
              <a:custGeom>
                <a:avLst/>
                <a:gdLst>
                  <a:gd name="csX0" fmla="*/ 461293 w 922585"/>
                  <a:gd name="csY0" fmla="*/ 0 h 918933"/>
                  <a:gd name="csX1" fmla="*/ 922586 w 922585"/>
                  <a:gd name="csY1" fmla="*/ 459467 h 918933"/>
                  <a:gd name="csX2" fmla="*/ 922586 w 922585"/>
                  <a:gd name="csY2" fmla="*/ 918933 h 918933"/>
                  <a:gd name="csX3" fmla="*/ 0 w 922585"/>
                  <a:gd name="csY3" fmla="*/ 451 h 918933"/>
                  <a:gd name="csX4" fmla="*/ 461293 w 922585"/>
                  <a:gd name="csY4" fmla="*/ 451 h 9189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22585" h="918933">
                    <a:moveTo>
                      <a:pt x="461293" y="0"/>
                    </a:moveTo>
                    <a:cubicBezTo>
                      <a:pt x="461293" y="253856"/>
                      <a:pt x="667768" y="459467"/>
                      <a:pt x="922586" y="459467"/>
                    </a:cubicBezTo>
                    <a:lnTo>
                      <a:pt x="922586" y="918933"/>
                    </a:lnTo>
                    <a:cubicBezTo>
                      <a:pt x="412498" y="918933"/>
                      <a:pt x="0" y="508164"/>
                      <a:pt x="0" y="451"/>
                    </a:cubicBezTo>
                    <a:lnTo>
                      <a:pt x="461293" y="451"/>
                    </a:lnTo>
                    <a:close/>
                  </a:path>
                </a:pathLst>
              </a:custGeom>
              <a:solidFill>
                <a:srgbClr val="000000"/>
              </a:solidFill>
              <a:ln w="4509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L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26D834ED-8839-07C2-B24D-74DA6ACFCA49}"/>
                  </a:ext>
                </a:extLst>
              </p:cNvPr>
              <p:cNvSpPr/>
              <p:nvPr/>
            </p:nvSpPr>
            <p:spPr>
              <a:xfrm>
                <a:off x="26887914" y="7617668"/>
                <a:ext cx="923037" cy="918482"/>
              </a:xfrm>
              <a:custGeom>
                <a:avLst/>
                <a:gdLst>
                  <a:gd name="csX0" fmla="*/ 0 w 923037"/>
                  <a:gd name="csY0" fmla="*/ 0 h 918482"/>
                  <a:gd name="csX1" fmla="*/ 470329 w 923037"/>
                  <a:gd name="csY1" fmla="*/ 128055 h 918482"/>
                  <a:gd name="csX2" fmla="*/ 914002 w 923037"/>
                  <a:gd name="csY2" fmla="*/ 790878 h 918482"/>
                  <a:gd name="csX3" fmla="*/ 923038 w 923037"/>
                  <a:gd name="csY3" fmla="*/ 918482 h 918482"/>
                  <a:gd name="csX4" fmla="*/ 461745 w 923037"/>
                  <a:gd name="csY4" fmla="*/ 918482 h 918482"/>
                  <a:gd name="csX5" fmla="*/ 452 w 923037"/>
                  <a:gd name="csY5" fmla="*/ 459016 h 918482"/>
                  <a:gd name="csX6" fmla="*/ 452 w 923037"/>
                  <a:gd name="csY6" fmla="*/ 0 h 918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23037" h="918482">
                    <a:moveTo>
                      <a:pt x="0" y="0"/>
                    </a:moveTo>
                    <a:cubicBezTo>
                      <a:pt x="171686" y="0"/>
                      <a:pt x="332529" y="46443"/>
                      <a:pt x="470329" y="128055"/>
                    </a:cubicBezTo>
                    <a:cubicBezTo>
                      <a:pt x="706171" y="267383"/>
                      <a:pt x="874695" y="508615"/>
                      <a:pt x="914002" y="790878"/>
                    </a:cubicBezTo>
                    <a:cubicBezTo>
                      <a:pt x="919875" y="832811"/>
                      <a:pt x="923038" y="875196"/>
                      <a:pt x="923038" y="918482"/>
                    </a:cubicBezTo>
                    <a:lnTo>
                      <a:pt x="461745" y="918482"/>
                    </a:lnTo>
                    <a:cubicBezTo>
                      <a:pt x="461745" y="664626"/>
                      <a:pt x="255270" y="459016"/>
                      <a:pt x="452" y="459016"/>
                    </a:cubicBezTo>
                    <a:lnTo>
                      <a:pt x="4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4509" cap="flat">
                <a:solidFill>
                  <a:schemeClr val="bg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949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46 0.24962" pathEditMode="relative" ptsTypes="AA">
                                      <p:cBhvr>
                                        <p:cTn id="6" dur="3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20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7946 0.24962 L 0.24974 0.24962" pathEditMode="relative" ptsTypes="AA">
                                      <p:cBhvr>
                                        <p:cTn id="11" dur="3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24974 0.24962 L 0 0" pathEditMode="relative" ptsTypes="AA">
                                      <p:cBhvr>
                                        <p:cTn id="14" dur="30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6" dur="30000" fill="hold"/>
                                        <p:tgtEl>
                                          <p:spTgt spid="200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9" dur="5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4784-B316-DE14-DAB0-13E2DF38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5307E5-C10A-E951-A3F2-E98566603B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44635" y="12173919"/>
            <a:ext cx="3655103" cy="92885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CA39DE2-1D26-D0D2-8463-5B492EFC6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005" y="11168348"/>
            <a:ext cx="5796815" cy="1005571"/>
          </a:xfrm>
          <a:prstGeom prst="rect">
            <a:avLst/>
          </a:prstGeom>
        </p:spPr>
      </p:pic>
      <p:grpSp>
        <p:nvGrpSpPr>
          <p:cNvPr id="99" name="Graphic 10">
            <a:extLst>
              <a:ext uri="{FF2B5EF4-FFF2-40B4-BE49-F238E27FC236}">
                <a16:creationId xmlns:a16="http://schemas.microsoft.com/office/drawing/2014/main" id="{372758FD-7D7F-2EB0-34BC-A5EB253E1C30}"/>
              </a:ext>
            </a:extLst>
          </p:cNvPr>
          <p:cNvGrpSpPr/>
          <p:nvPr/>
        </p:nvGrpSpPr>
        <p:grpSpPr>
          <a:xfrm>
            <a:off x="31408872" y="11442549"/>
            <a:ext cx="1383878" cy="918933"/>
            <a:chOff x="31408872" y="11442549"/>
            <a:chExt cx="1383878" cy="918933"/>
          </a:xfrm>
        </p:grpSpPr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51A2C02-33A1-0F78-F0B6-0F3B7B9E80D5}"/>
                </a:ext>
              </a:extLst>
            </p:cNvPr>
            <p:cNvSpPr/>
            <p:nvPr/>
          </p:nvSpPr>
          <p:spPr>
            <a:xfrm>
              <a:off x="31870164" y="11442549"/>
              <a:ext cx="922585" cy="918933"/>
            </a:xfrm>
            <a:custGeom>
              <a:avLst/>
              <a:gdLst>
                <a:gd name="csX0" fmla="*/ 461293 w 922585"/>
                <a:gd name="csY0" fmla="*/ 0 h 918933"/>
                <a:gd name="csX1" fmla="*/ 922586 w 922585"/>
                <a:gd name="csY1" fmla="*/ 459467 h 918933"/>
                <a:gd name="csX2" fmla="*/ 922586 w 922585"/>
                <a:gd name="csY2" fmla="*/ 918933 h 918933"/>
                <a:gd name="csX3" fmla="*/ 0 w 922585"/>
                <a:gd name="csY3" fmla="*/ 451 h 918933"/>
                <a:gd name="csX4" fmla="*/ 461293 w 922585"/>
                <a:gd name="csY4" fmla="*/ 451 h 9189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2585" h="918933">
                  <a:moveTo>
                    <a:pt x="461293" y="0"/>
                  </a:moveTo>
                  <a:cubicBezTo>
                    <a:pt x="461293" y="253856"/>
                    <a:pt x="667768" y="459467"/>
                    <a:pt x="922586" y="459467"/>
                  </a:cubicBezTo>
                  <a:lnTo>
                    <a:pt x="922586" y="918933"/>
                  </a:lnTo>
                  <a:cubicBezTo>
                    <a:pt x="412498" y="918933"/>
                    <a:pt x="0" y="508164"/>
                    <a:pt x="0" y="451"/>
                  </a:cubicBezTo>
                  <a:lnTo>
                    <a:pt x="461293" y="451"/>
                  </a:lnTo>
                  <a:close/>
                </a:path>
              </a:pathLst>
            </a:custGeom>
            <a:solidFill>
              <a:srgbClr val="000000"/>
            </a:solidFill>
            <a:ln w="4509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9B186A8-CC58-8B5F-BAD2-50103FB868C1}"/>
                </a:ext>
              </a:extLst>
            </p:cNvPr>
            <p:cNvSpPr/>
            <p:nvPr/>
          </p:nvSpPr>
          <p:spPr>
            <a:xfrm>
              <a:off x="31408872" y="11442549"/>
              <a:ext cx="923037" cy="918482"/>
            </a:xfrm>
            <a:custGeom>
              <a:avLst/>
              <a:gdLst>
                <a:gd name="csX0" fmla="*/ 0 w 923037"/>
                <a:gd name="csY0" fmla="*/ 0 h 918482"/>
                <a:gd name="csX1" fmla="*/ 470329 w 923037"/>
                <a:gd name="csY1" fmla="*/ 128055 h 918482"/>
                <a:gd name="csX2" fmla="*/ 914002 w 923037"/>
                <a:gd name="csY2" fmla="*/ 790878 h 918482"/>
                <a:gd name="csX3" fmla="*/ 923038 w 923037"/>
                <a:gd name="csY3" fmla="*/ 918482 h 918482"/>
                <a:gd name="csX4" fmla="*/ 461745 w 923037"/>
                <a:gd name="csY4" fmla="*/ 918482 h 918482"/>
                <a:gd name="csX5" fmla="*/ 452 w 923037"/>
                <a:gd name="csY5" fmla="*/ 459016 h 918482"/>
                <a:gd name="csX6" fmla="*/ 452 w 923037"/>
                <a:gd name="csY6" fmla="*/ 0 h 9184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23037" h="918482">
                  <a:moveTo>
                    <a:pt x="0" y="0"/>
                  </a:moveTo>
                  <a:cubicBezTo>
                    <a:pt x="171686" y="0"/>
                    <a:pt x="332529" y="46443"/>
                    <a:pt x="470329" y="128055"/>
                  </a:cubicBezTo>
                  <a:cubicBezTo>
                    <a:pt x="706171" y="267383"/>
                    <a:pt x="874695" y="508615"/>
                    <a:pt x="914002" y="790878"/>
                  </a:cubicBezTo>
                  <a:cubicBezTo>
                    <a:pt x="919875" y="832811"/>
                    <a:pt x="923038" y="875196"/>
                    <a:pt x="923038" y="918482"/>
                  </a:cubicBezTo>
                  <a:lnTo>
                    <a:pt x="461745" y="918482"/>
                  </a:lnTo>
                  <a:cubicBezTo>
                    <a:pt x="461745" y="664626"/>
                    <a:pt x="255270" y="459016"/>
                    <a:pt x="452" y="459016"/>
                  </a:cubicBezTo>
                  <a:lnTo>
                    <a:pt x="452" y="0"/>
                  </a:lnTo>
                  <a:close/>
                </a:path>
              </a:pathLst>
            </a:custGeom>
            <a:solidFill>
              <a:srgbClr val="FFFFFF"/>
            </a:solidFill>
            <a:ln w="4509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2" name="Graphic 10">
            <a:extLst>
              <a:ext uri="{FF2B5EF4-FFF2-40B4-BE49-F238E27FC236}">
                <a16:creationId xmlns:a16="http://schemas.microsoft.com/office/drawing/2014/main" id="{884384CF-2DE9-84D9-1857-6F6EFF365833}"/>
              </a:ext>
            </a:extLst>
          </p:cNvPr>
          <p:cNvGrpSpPr/>
          <p:nvPr/>
        </p:nvGrpSpPr>
        <p:grpSpPr>
          <a:xfrm>
            <a:off x="32966695" y="11438491"/>
            <a:ext cx="2097279" cy="925245"/>
            <a:chOff x="32966695" y="11438491"/>
            <a:chExt cx="2097279" cy="925245"/>
          </a:xfrm>
          <a:solidFill>
            <a:srgbClr val="FFFFFF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E0CAF7D1-045E-80E8-13DE-E69C7E589B76}"/>
                </a:ext>
              </a:extLst>
            </p:cNvPr>
            <p:cNvSpPr/>
            <p:nvPr/>
          </p:nvSpPr>
          <p:spPr>
            <a:xfrm>
              <a:off x="32986123" y="11440746"/>
              <a:ext cx="116113" cy="225900"/>
            </a:xfrm>
            <a:custGeom>
              <a:avLst/>
              <a:gdLst>
                <a:gd name="csX0" fmla="*/ 106174 w 116113"/>
                <a:gd name="csY0" fmla="*/ 119488 h 225900"/>
                <a:gd name="csX1" fmla="*/ 28012 w 116113"/>
                <a:gd name="csY1" fmla="*/ 119488 h 225900"/>
                <a:gd name="csX2" fmla="*/ 28012 w 116113"/>
                <a:gd name="csY2" fmla="*/ 202003 h 225900"/>
                <a:gd name="csX3" fmla="*/ 116114 w 116113"/>
                <a:gd name="csY3" fmla="*/ 202003 h 225900"/>
                <a:gd name="csX4" fmla="*/ 116114 w 116113"/>
                <a:gd name="csY4" fmla="*/ 225901 h 225900"/>
                <a:gd name="csX5" fmla="*/ 0 w 116113"/>
                <a:gd name="csY5" fmla="*/ 225901 h 225900"/>
                <a:gd name="csX6" fmla="*/ 0 w 116113"/>
                <a:gd name="csY6" fmla="*/ 0 h 225900"/>
                <a:gd name="csX7" fmla="*/ 111596 w 116113"/>
                <a:gd name="csY7" fmla="*/ 0 h 225900"/>
                <a:gd name="csX8" fmla="*/ 111596 w 116113"/>
                <a:gd name="csY8" fmla="*/ 23898 h 225900"/>
                <a:gd name="csX9" fmla="*/ 28012 w 116113"/>
                <a:gd name="csY9" fmla="*/ 23898 h 225900"/>
                <a:gd name="csX10" fmla="*/ 28012 w 116113"/>
                <a:gd name="csY10" fmla="*/ 96492 h 225900"/>
                <a:gd name="csX11" fmla="*/ 106174 w 116113"/>
                <a:gd name="csY11" fmla="*/ 96492 h 225900"/>
                <a:gd name="csX12" fmla="*/ 106174 w 116113"/>
                <a:gd name="csY12" fmla="*/ 119939 h 225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6113" h="225900">
                  <a:moveTo>
                    <a:pt x="106174" y="119488"/>
                  </a:moveTo>
                  <a:lnTo>
                    <a:pt x="28012" y="119488"/>
                  </a:lnTo>
                  <a:lnTo>
                    <a:pt x="28012" y="202003"/>
                  </a:lnTo>
                  <a:lnTo>
                    <a:pt x="116114" y="202003"/>
                  </a:lnTo>
                  <a:lnTo>
                    <a:pt x="116114" y="225901"/>
                  </a:lnTo>
                  <a:lnTo>
                    <a:pt x="0" y="225901"/>
                  </a:lnTo>
                  <a:lnTo>
                    <a:pt x="0" y="0"/>
                  </a:lnTo>
                  <a:lnTo>
                    <a:pt x="111596" y="0"/>
                  </a:lnTo>
                  <a:lnTo>
                    <a:pt x="111596" y="23898"/>
                  </a:lnTo>
                  <a:lnTo>
                    <a:pt x="28012" y="23898"/>
                  </a:lnTo>
                  <a:lnTo>
                    <a:pt x="28012" y="96492"/>
                  </a:lnTo>
                  <a:lnTo>
                    <a:pt x="106174" y="96492"/>
                  </a:lnTo>
                  <a:lnTo>
                    <a:pt x="106174" y="11993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854E13AD-CD76-B41B-4FDC-AD9781E72C25}"/>
                </a:ext>
              </a:extLst>
            </p:cNvPr>
            <p:cNvSpPr/>
            <p:nvPr/>
          </p:nvSpPr>
          <p:spPr>
            <a:xfrm>
              <a:off x="33113532" y="11440295"/>
              <a:ext cx="159487" cy="226351"/>
            </a:xfrm>
            <a:custGeom>
              <a:avLst/>
              <a:gdLst>
                <a:gd name="csX0" fmla="*/ 127409 w 159487"/>
                <a:gd name="csY0" fmla="*/ 226352 h 226351"/>
                <a:gd name="csX1" fmla="*/ 100753 w 159487"/>
                <a:gd name="csY1" fmla="*/ 174949 h 226351"/>
                <a:gd name="csX2" fmla="*/ 78162 w 159487"/>
                <a:gd name="csY2" fmla="*/ 132114 h 226351"/>
                <a:gd name="csX3" fmla="*/ 77711 w 159487"/>
                <a:gd name="csY3" fmla="*/ 132114 h 226351"/>
                <a:gd name="csX4" fmla="*/ 56476 w 159487"/>
                <a:gd name="csY4" fmla="*/ 175400 h 226351"/>
                <a:gd name="csX5" fmla="*/ 31626 w 159487"/>
                <a:gd name="csY5" fmla="*/ 226352 h 226351"/>
                <a:gd name="csX6" fmla="*/ 0 w 159487"/>
                <a:gd name="csY6" fmla="*/ 226352 h 226351"/>
                <a:gd name="csX7" fmla="*/ 62349 w 159487"/>
                <a:gd name="csY7" fmla="*/ 111372 h 226351"/>
                <a:gd name="csX8" fmla="*/ 2259 w 159487"/>
                <a:gd name="csY8" fmla="*/ 0 h 226351"/>
                <a:gd name="csX9" fmla="*/ 33885 w 159487"/>
                <a:gd name="csY9" fmla="*/ 0 h 226351"/>
                <a:gd name="csX10" fmla="*/ 60994 w 159487"/>
                <a:gd name="csY10" fmla="*/ 53206 h 226351"/>
                <a:gd name="csX11" fmla="*/ 79970 w 159487"/>
                <a:gd name="csY11" fmla="*/ 90631 h 226351"/>
                <a:gd name="csX12" fmla="*/ 80421 w 159487"/>
                <a:gd name="csY12" fmla="*/ 90631 h 226351"/>
                <a:gd name="csX13" fmla="*/ 98494 w 159487"/>
                <a:gd name="csY13" fmla="*/ 52755 h 226351"/>
                <a:gd name="csX14" fmla="*/ 125602 w 159487"/>
                <a:gd name="csY14" fmla="*/ 0 h 226351"/>
                <a:gd name="csX15" fmla="*/ 157228 w 159487"/>
                <a:gd name="csY15" fmla="*/ 0 h 226351"/>
                <a:gd name="csX16" fmla="*/ 95783 w 159487"/>
                <a:gd name="csY16" fmla="*/ 110019 h 226351"/>
                <a:gd name="csX17" fmla="*/ 159487 w 159487"/>
                <a:gd name="csY17" fmla="*/ 225901 h 226351"/>
                <a:gd name="csX18" fmla="*/ 127409 w 159487"/>
                <a:gd name="csY18" fmla="*/ 225901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59487" h="226351">
                  <a:moveTo>
                    <a:pt x="127409" y="226352"/>
                  </a:moveTo>
                  <a:lnTo>
                    <a:pt x="100753" y="174949"/>
                  </a:lnTo>
                  <a:cubicBezTo>
                    <a:pt x="90813" y="157815"/>
                    <a:pt x="84939" y="145641"/>
                    <a:pt x="78162" y="132114"/>
                  </a:cubicBezTo>
                  <a:lnTo>
                    <a:pt x="77711" y="132114"/>
                  </a:lnTo>
                  <a:cubicBezTo>
                    <a:pt x="71837" y="146091"/>
                    <a:pt x="65964" y="157815"/>
                    <a:pt x="56476" y="175400"/>
                  </a:cubicBezTo>
                  <a:lnTo>
                    <a:pt x="31626" y="226352"/>
                  </a:lnTo>
                  <a:lnTo>
                    <a:pt x="0" y="226352"/>
                  </a:lnTo>
                  <a:lnTo>
                    <a:pt x="62349" y="111372"/>
                  </a:lnTo>
                  <a:lnTo>
                    <a:pt x="2259" y="0"/>
                  </a:lnTo>
                  <a:lnTo>
                    <a:pt x="33885" y="0"/>
                  </a:lnTo>
                  <a:lnTo>
                    <a:pt x="60994" y="53206"/>
                  </a:lnTo>
                  <a:cubicBezTo>
                    <a:pt x="68223" y="66282"/>
                    <a:pt x="73644" y="77555"/>
                    <a:pt x="79970" y="90631"/>
                  </a:cubicBezTo>
                  <a:lnTo>
                    <a:pt x="80421" y="90631"/>
                  </a:lnTo>
                  <a:cubicBezTo>
                    <a:pt x="86295" y="76653"/>
                    <a:pt x="91717" y="66282"/>
                    <a:pt x="98494" y="52755"/>
                  </a:cubicBezTo>
                  <a:lnTo>
                    <a:pt x="125602" y="0"/>
                  </a:lnTo>
                  <a:lnTo>
                    <a:pt x="157228" y="0"/>
                  </a:lnTo>
                  <a:lnTo>
                    <a:pt x="95783" y="110019"/>
                  </a:lnTo>
                  <a:lnTo>
                    <a:pt x="159487" y="225901"/>
                  </a:lnTo>
                  <a:lnTo>
                    <a:pt x="127409" y="225901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B0CF43F3-B9A5-966A-92BE-F25A369C1B24}"/>
                </a:ext>
              </a:extLst>
            </p:cNvPr>
            <p:cNvSpPr/>
            <p:nvPr/>
          </p:nvSpPr>
          <p:spPr>
            <a:xfrm>
              <a:off x="33296965" y="11438942"/>
              <a:ext cx="129216" cy="227704"/>
            </a:xfrm>
            <a:custGeom>
              <a:avLst/>
              <a:gdLst>
                <a:gd name="csX0" fmla="*/ 0 w 129216"/>
                <a:gd name="csY0" fmla="*/ 4509 h 227704"/>
                <a:gd name="csX1" fmla="*/ 50602 w 129216"/>
                <a:gd name="csY1" fmla="*/ 0 h 227704"/>
                <a:gd name="csX2" fmla="*/ 110240 w 129216"/>
                <a:gd name="csY2" fmla="*/ 18036 h 227704"/>
                <a:gd name="csX3" fmla="*/ 129216 w 129216"/>
                <a:gd name="csY3" fmla="*/ 65380 h 227704"/>
                <a:gd name="csX4" fmla="*/ 112951 w 129216"/>
                <a:gd name="csY4" fmla="*/ 113176 h 227704"/>
                <a:gd name="csX5" fmla="*/ 48343 w 129216"/>
                <a:gd name="csY5" fmla="*/ 138426 h 227704"/>
                <a:gd name="csX6" fmla="*/ 28464 w 129216"/>
                <a:gd name="csY6" fmla="*/ 136623 h 227704"/>
                <a:gd name="csX7" fmla="*/ 28464 w 129216"/>
                <a:gd name="csY7" fmla="*/ 227704 h 227704"/>
                <a:gd name="csX8" fmla="*/ 0 w 129216"/>
                <a:gd name="csY8" fmla="*/ 227704 h 227704"/>
                <a:gd name="csX9" fmla="*/ 0 w 129216"/>
                <a:gd name="csY9" fmla="*/ 4509 h 227704"/>
                <a:gd name="csX10" fmla="*/ 28464 w 129216"/>
                <a:gd name="csY10" fmla="*/ 113627 h 227704"/>
                <a:gd name="csX11" fmla="*/ 48795 w 129216"/>
                <a:gd name="csY11" fmla="*/ 115430 h 227704"/>
                <a:gd name="csX12" fmla="*/ 101204 w 129216"/>
                <a:gd name="csY12" fmla="*/ 67184 h 227704"/>
                <a:gd name="csX13" fmla="*/ 51958 w 129216"/>
                <a:gd name="csY13" fmla="*/ 22545 h 227704"/>
                <a:gd name="csX14" fmla="*/ 28464 w 129216"/>
                <a:gd name="csY14" fmla="*/ 24349 h 227704"/>
                <a:gd name="csX15" fmla="*/ 28464 w 129216"/>
                <a:gd name="csY15" fmla="*/ 113176 h 22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9216" h="227704">
                  <a:moveTo>
                    <a:pt x="0" y="4509"/>
                  </a:moveTo>
                  <a:cubicBezTo>
                    <a:pt x="13102" y="2254"/>
                    <a:pt x="29367" y="0"/>
                    <a:pt x="50602" y="0"/>
                  </a:cubicBezTo>
                  <a:cubicBezTo>
                    <a:pt x="71837" y="0"/>
                    <a:pt x="97138" y="5862"/>
                    <a:pt x="110240" y="18036"/>
                  </a:cubicBezTo>
                  <a:cubicBezTo>
                    <a:pt x="121987" y="28858"/>
                    <a:pt x="129216" y="45090"/>
                    <a:pt x="129216" y="65380"/>
                  </a:cubicBezTo>
                  <a:cubicBezTo>
                    <a:pt x="129216" y="85671"/>
                    <a:pt x="123343" y="101452"/>
                    <a:pt x="112951" y="113176"/>
                  </a:cubicBezTo>
                  <a:cubicBezTo>
                    <a:pt x="98494" y="129859"/>
                    <a:pt x="74548" y="138426"/>
                    <a:pt x="48343" y="138426"/>
                  </a:cubicBezTo>
                  <a:cubicBezTo>
                    <a:pt x="22138" y="138426"/>
                    <a:pt x="34337" y="138426"/>
                    <a:pt x="28464" y="136623"/>
                  </a:cubicBezTo>
                  <a:lnTo>
                    <a:pt x="28464" y="227704"/>
                  </a:lnTo>
                  <a:lnTo>
                    <a:pt x="0" y="227704"/>
                  </a:lnTo>
                  <a:lnTo>
                    <a:pt x="0" y="4509"/>
                  </a:lnTo>
                  <a:close/>
                  <a:moveTo>
                    <a:pt x="28464" y="113627"/>
                  </a:moveTo>
                  <a:cubicBezTo>
                    <a:pt x="33885" y="115430"/>
                    <a:pt x="40662" y="115430"/>
                    <a:pt x="48795" y="115430"/>
                  </a:cubicBezTo>
                  <a:cubicBezTo>
                    <a:pt x="80873" y="115430"/>
                    <a:pt x="101204" y="98296"/>
                    <a:pt x="101204" y="67184"/>
                  </a:cubicBezTo>
                  <a:cubicBezTo>
                    <a:pt x="101204" y="36072"/>
                    <a:pt x="83584" y="22545"/>
                    <a:pt x="51958" y="22545"/>
                  </a:cubicBezTo>
                  <a:cubicBezTo>
                    <a:pt x="20331" y="22545"/>
                    <a:pt x="32982" y="23447"/>
                    <a:pt x="28464" y="24349"/>
                  </a:cubicBezTo>
                  <a:lnTo>
                    <a:pt x="28464" y="113176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E401823-46DB-B99C-888E-D099C0F296AB}"/>
                </a:ext>
              </a:extLst>
            </p:cNvPr>
            <p:cNvSpPr/>
            <p:nvPr/>
          </p:nvSpPr>
          <p:spPr>
            <a:xfrm>
              <a:off x="33413079" y="11440746"/>
              <a:ext cx="172137" cy="226351"/>
            </a:xfrm>
            <a:custGeom>
              <a:avLst/>
              <a:gdLst>
                <a:gd name="csX0" fmla="*/ 49699 w 172137"/>
                <a:gd name="csY0" fmla="*/ 156011 h 226351"/>
                <a:gd name="csX1" fmla="*/ 28915 w 172137"/>
                <a:gd name="csY1" fmla="*/ 226352 h 226351"/>
                <a:gd name="csX2" fmla="*/ 0 w 172137"/>
                <a:gd name="csY2" fmla="*/ 226352 h 226351"/>
                <a:gd name="csX3" fmla="*/ 69578 w 172137"/>
                <a:gd name="csY3" fmla="*/ 0 h 226351"/>
                <a:gd name="csX4" fmla="*/ 103012 w 172137"/>
                <a:gd name="csY4" fmla="*/ 0 h 226351"/>
                <a:gd name="csX5" fmla="*/ 172138 w 172137"/>
                <a:gd name="csY5" fmla="*/ 226352 h 226351"/>
                <a:gd name="csX6" fmla="*/ 142770 w 172137"/>
                <a:gd name="csY6" fmla="*/ 226352 h 226351"/>
                <a:gd name="csX7" fmla="*/ 121084 w 172137"/>
                <a:gd name="csY7" fmla="*/ 156011 h 226351"/>
                <a:gd name="csX8" fmla="*/ 49699 w 172137"/>
                <a:gd name="csY8" fmla="*/ 156011 h 226351"/>
                <a:gd name="csX9" fmla="*/ 116114 w 172137"/>
                <a:gd name="csY9" fmla="*/ 133917 h 226351"/>
                <a:gd name="csX10" fmla="*/ 96686 w 172137"/>
                <a:gd name="csY10" fmla="*/ 71242 h 226351"/>
                <a:gd name="csX11" fmla="*/ 85843 w 172137"/>
                <a:gd name="csY11" fmla="*/ 27054 h 226351"/>
                <a:gd name="csX12" fmla="*/ 84939 w 172137"/>
                <a:gd name="csY12" fmla="*/ 27054 h 226351"/>
                <a:gd name="csX13" fmla="*/ 74548 w 172137"/>
                <a:gd name="csY13" fmla="*/ 70791 h 226351"/>
                <a:gd name="csX14" fmla="*/ 55572 w 172137"/>
                <a:gd name="csY14" fmla="*/ 133917 h 226351"/>
                <a:gd name="csX15" fmla="*/ 116566 w 172137"/>
                <a:gd name="csY15" fmla="*/ 133917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2137" h="226351">
                  <a:moveTo>
                    <a:pt x="49699" y="156011"/>
                  </a:moveTo>
                  <a:lnTo>
                    <a:pt x="28915" y="226352"/>
                  </a:lnTo>
                  <a:lnTo>
                    <a:pt x="0" y="226352"/>
                  </a:lnTo>
                  <a:lnTo>
                    <a:pt x="69578" y="0"/>
                  </a:lnTo>
                  <a:lnTo>
                    <a:pt x="103012" y="0"/>
                  </a:lnTo>
                  <a:lnTo>
                    <a:pt x="172138" y="226352"/>
                  </a:lnTo>
                  <a:lnTo>
                    <a:pt x="142770" y="226352"/>
                  </a:lnTo>
                  <a:lnTo>
                    <a:pt x="121084" y="156011"/>
                  </a:lnTo>
                  <a:lnTo>
                    <a:pt x="49699" y="156011"/>
                  </a:lnTo>
                  <a:close/>
                  <a:moveTo>
                    <a:pt x="116114" y="133917"/>
                  </a:moveTo>
                  <a:lnTo>
                    <a:pt x="96686" y="71242"/>
                  </a:lnTo>
                  <a:cubicBezTo>
                    <a:pt x="92168" y="56362"/>
                    <a:pt x="89006" y="41032"/>
                    <a:pt x="85843" y="27054"/>
                  </a:cubicBezTo>
                  <a:lnTo>
                    <a:pt x="84939" y="27054"/>
                  </a:lnTo>
                  <a:cubicBezTo>
                    <a:pt x="81777" y="41483"/>
                    <a:pt x="78614" y="56813"/>
                    <a:pt x="74548" y="70791"/>
                  </a:cubicBezTo>
                  <a:lnTo>
                    <a:pt x="55572" y="133917"/>
                  </a:lnTo>
                  <a:lnTo>
                    <a:pt x="116566" y="133917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8A155C86-B5F7-2DBF-F700-510141518DC7}"/>
                </a:ext>
              </a:extLst>
            </p:cNvPr>
            <p:cNvSpPr/>
            <p:nvPr/>
          </p:nvSpPr>
          <p:spPr>
            <a:xfrm>
              <a:off x="33602837" y="11440746"/>
              <a:ext cx="154065" cy="226351"/>
            </a:xfrm>
            <a:custGeom>
              <a:avLst/>
              <a:gdLst>
                <a:gd name="csX0" fmla="*/ 452 w 154065"/>
                <a:gd name="csY0" fmla="*/ 225901 h 226351"/>
                <a:gd name="csX1" fmla="*/ 452 w 154065"/>
                <a:gd name="csY1" fmla="*/ 0 h 226351"/>
                <a:gd name="csX2" fmla="*/ 30271 w 154065"/>
                <a:gd name="csY2" fmla="*/ 0 h 226351"/>
                <a:gd name="csX3" fmla="*/ 93524 w 154065"/>
                <a:gd name="csY3" fmla="*/ 111823 h 226351"/>
                <a:gd name="csX4" fmla="*/ 130572 w 154065"/>
                <a:gd name="csY4" fmla="*/ 187123 h 226351"/>
                <a:gd name="csX5" fmla="*/ 131023 w 154065"/>
                <a:gd name="csY5" fmla="*/ 187123 h 226351"/>
                <a:gd name="csX6" fmla="*/ 127861 w 154065"/>
                <a:gd name="csY6" fmla="*/ 90631 h 226351"/>
                <a:gd name="csX7" fmla="*/ 127861 w 154065"/>
                <a:gd name="csY7" fmla="*/ 0 h 226351"/>
                <a:gd name="csX8" fmla="*/ 154066 w 154065"/>
                <a:gd name="csY8" fmla="*/ 0 h 226351"/>
                <a:gd name="csX9" fmla="*/ 154066 w 154065"/>
                <a:gd name="csY9" fmla="*/ 226352 h 226351"/>
                <a:gd name="csX10" fmla="*/ 126054 w 154065"/>
                <a:gd name="csY10" fmla="*/ 226352 h 226351"/>
                <a:gd name="csX11" fmla="*/ 62349 w 154065"/>
                <a:gd name="csY11" fmla="*/ 113627 h 226351"/>
                <a:gd name="csX12" fmla="*/ 24849 w 154065"/>
                <a:gd name="csY12" fmla="*/ 37425 h 226351"/>
                <a:gd name="csX13" fmla="*/ 23946 w 154065"/>
                <a:gd name="csY13" fmla="*/ 37425 h 226351"/>
                <a:gd name="csX14" fmla="*/ 26205 w 154065"/>
                <a:gd name="csY14" fmla="*/ 135270 h 226351"/>
                <a:gd name="csX15" fmla="*/ 26205 w 154065"/>
                <a:gd name="csY15" fmla="*/ 226352 h 226351"/>
                <a:gd name="csX16" fmla="*/ 0 w 154065"/>
                <a:gd name="csY16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4065" h="226351">
                  <a:moveTo>
                    <a:pt x="452" y="225901"/>
                  </a:moveTo>
                  <a:lnTo>
                    <a:pt x="452" y="0"/>
                  </a:lnTo>
                  <a:lnTo>
                    <a:pt x="30271" y="0"/>
                  </a:lnTo>
                  <a:lnTo>
                    <a:pt x="93524" y="111823"/>
                  </a:lnTo>
                  <a:cubicBezTo>
                    <a:pt x="107981" y="137524"/>
                    <a:pt x="120632" y="163677"/>
                    <a:pt x="130572" y="187123"/>
                  </a:cubicBezTo>
                  <a:lnTo>
                    <a:pt x="131023" y="187123"/>
                  </a:lnTo>
                  <a:cubicBezTo>
                    <a:pt x="128764" y="155109"/>
                    <a:pt x="127861" y="127154"/>
                    <a:pt x="127861" y="90631"/>
                  </a:cubicBezTo>
                  <a:lnTo>
                    <a:pt x="127861" y="0"/>
                  </a:lnTo>
                  <a:lnTo>
                    <a:pt x="154066" y="0"/>
                  </a:lnTo>
                  <a:lnTo>
                    <a:pt x="154066" y="226352"/>
                  </a:lnTo>
                  <a:lnTo>
                    <a:pt x="126054" y="226352"/>
                  </a:lnTo>
                  <a:lnTo>
                    <a:pt x="62349" y="113627"/>
                  </a:lnTo>
                  <a:cubicBezTo>
                    <a:pt x="48343" y="88827"/>
                    <a:pt x="35241" y="63126"/>
                    <a:pt x="24849" y="37425"/>
                  </a:cubicBezTo>
                  <a:lnTo>
                    <a:pt x="23946" y="37425"/>
                  </a:lnTo>
                  <a:cubicBezTo>
                    <a:pt x="25753" y="66733"/>
                    <a:pt x="26205" y="94689"/>
                    <a:pt x="26205" y="135270"/>
                  </a:cubicBezTo>
                  <a:lnTo>
                    <a:pt x="26205" y="226352"/>
                  </a:lnTo>
                  <a:lnTo>
                    <a:pt x="0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1C5D8A03-AE96-FC6A-CC47-E35238E3FF18}"/>
                </a:ext>
              </a:extLst>
            </p:cNvPr>
            <p:cNvSpPr/>
            <p:nvPr/>
          </p:nvSpPr>
          <p:spPr>
            <a:xfrm>
              <a:off x="33791692" y="11438942"/>
              <a:ext cx="165812" cy="229507"/>
            </a:xfrm>
            <a:custGeom>
              <a:avLst/>
              <a:gdLst>
                <a:gd name="csX0" fmla="*/ 0 w 165812"/>
                <a:gd name="csY0" fmla="*/ 4509 h 229507"/>
                <a:gd name="csX1" fmla="*/ 53765 w 165812"/>
                <a:gd name="csY1" fmla="*/ 0 h 229507"/>
                <a:gd name="csX2" fmla="*/ 134186 w 165812"/>
                <a:gd name="csY2" fmla="*/ 24799 h 229507"/>
                <a:gd name="csX3" fmla="*/ 165812 w 165812"/>
                <a:gd name="csY3" fmla="*/ 109118 h 229507"/>
                <a:gd name="csX4" fmla="*/ 135090 w 165812"/>
                <a:gd name="csY4" fmla="*/ 199298 h 229507"/>
                <a:gd name="csX5" fmla="*/ 46084 w 165812"/>
                <a:gd name="csY5" fmla="*/ 229508 h 229507"/>
                <a:gd name="csX6" fmla="*/ 452 w 165812"/>
                <a:gd name="csY6" fmla="*/ 227253 h 229507"/>
                <a:gd name="csX7" fmla="*/ 452 w 165812"/>
                <a:gd name="csY7" fmla="*/ 4509 h 229507"/>
                <a:gd name="csX8" fmla="*/ 28464 w 165812"/>
                <a:gd name="csY8" fmla="*/ 205159 h 229507"/>
                <a:gd name="csX9" fmla="*/ 51958 w 165812"/>
                <a:gd name="csY9" fmla="*/ 206061 h 229507"/>
                <a:gd name="csX10" fmla="*/ 136445 w 165812"/>
                <a:gd name="csY10" fmla="*/ 109569 h 229507"/>
                <a:gd name="csX11" fmla="*/ 56024 w 165812"/>
                <a:gd name="csY11" fmla="*/ 22094 h 229507"/>
                <a:gd name="csX12" fmla="*/ 28464 w 165812"/>
                <a:gd name="csY12" fmla="*/ 24349 h 229507"/>
                <a:gd name="csX13" fmla="*/ 28464 w 165812"/>
                <a:gd name="csY13" fmla="*/ 204708 h 22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5812" h="229507">
                  <a:moveTo>
                    <a:pt x="0" y="4509"/>
                  </a:moveTo>
                  <a:cubicBezTo>
                    <a:pt x="15361" y="1353"/>
                    <a:pt x="33885" y="0"/>
                    <a:pt x="53765" y="0"/>
                  </a:cubicBezTo>
                  <a:cubicBezTo>
                    <a:pt x="90361" y="0"/>
                    <a:pt x="116566" y="8567"/>
                    <a:pt x="134186" y="24799"/>
                  </a:cubicBezTo>
                  <a:cubicBezTo>
                    <a:pt x="153614" y="42385"/>
                    <a:pt x="165812" y="69439"/>
                    <a:pt x="165812" y="109118"/>
                  </a:cubicBezTo>
                  <a:cubicBezTo>
                    <a:pt x="165812" y="148797"/>
                    <a:pt x="154065" y="179909"/>
                    <a:pt x="135090" y="199298"/>
                  </a:cubicBezTo>
                  <a:cubicBezTo>
                    <a:pt x="115662" y="219137"/>
                    <a:pt x="84487" y="229508"/>
                    <a:pt x="46084" y="229508"/>
                  </a:cubicBezTo>
                  <a:cubicBezTo>
                    <a:pt x="7680" y="229508"/>
                    <a:pt x="13102" y="228606"/>
                    <a:pt x="452" y="227253"/>
                  </a:cubicBezTo>
                  <a:lnTo>
                    <a:pt x="452" y="4509"/>
                  </a:lnTo>
                  <a:close/>
                  <a:moveTo>
                    <a:pt x="28464" y="205159"/>
                  </a:moveTo>
                  <a:cubicBezTo>
                    <a:pt x="34789" y="206061"/>
                    <a:pt x="43373" y="206061"/>
                    <a:pt x="51958" y="206061"/>
                  </a:cubicBezTo>
                  <a:cubicBezTo>
                    <a:pt x="104367" y="206061"/>
                    <a:pt x="136445" y="175400"/>
                    <a:pt x="136445" y="109569"/>
                  </a:cubicBezTo>
                  <a:cubicBezTo>
                    <a:pt x="136445" y="55010"/>
                    <a:pt x="110240" y="22094"/>
                    <a:pt x="56024" y="22094"/>
                  </a:cubicBezTo>
                  <a:cubicBezTo>
                    <a:pt x="1807" y="22094"/>
                    <a:pt x="34789" y="22996"/>
                    <a:pt x="28464" y="24349"/>
                  </a:cubicBezTo>
                  <a:lnTo>
                    <a:pt x="28464" y="20470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F142DA8F-A9F7-D94A-20D8-D3854ACE99A3}"/>
                </a:ext>
              </a:extLst>
            </p:cNvPr>
            <p:cNvSpPr/>
            <p:nvPr/>
          </p:nvSpPr>
          <p:spPr>
            <a:xfrm>
              <a:off x="33986419" y="11440746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0790160-AC60-4C19-DD7B-21D1F9142A0A}"/>
                </a:ext>
              </a:extLst>
            </p:cNvPr>
            <p:cNvSpPr/>
            <p:nvPr/>
          </p:nvSpPr>
          <p:spPr>
            <a:xfrm>
              <a:off x="34048768" y="11440746"/>
              <a:ext cx="154065" cy="226351"/>
            </a:xfrm>
            <a:custGeom>
              <a:avLst/>
              <a:gdLst>
                <a:gd name="csX0" fmla="*/ 452 w 154065"/>
                <a:gd name="csY0" fmla="*/ 225901 h 226351"/>
                <a:gd name="csX1" fmla="*/ 452 w 154065"/>
                <a:gd name="csY1" fmla="*/ 0 h 226351"/>
                <a:gd name="csX2" fmla="*/ 30271 w 154065"/>
                <a:gd name="csY2" fmla="*/ 0 h 226351"/>
                <a:gd name="csX3" fmla="*/ 93524 w 154065"/>
                <a:gd name="csY3" fmla="*/ 111823 h 226351"/>
                <a:gd name="csX4" fmla="*/ 130572 w 154065"/>
                <a:gd name="csY4" fmla="*/ 187123 h 226351"/>
                <a:gd name="csX5" fmla="*/ 131023 w 154065"/>
                <a:gd name="csY5" fmla="*/ 187123 h 226351"/>
                <a:gd name="csX6" fmla="*/ 127861 w 154065"/>
                <a:gd name="csY6" fmla="*/ 90631 h 226351"/>
                <a:gd name="csX7" fmla="*/ 127861 w 154065"/>
                <a:gd name="csY7" fmla="*/ 0 h 226351"/>
                <a:gd name="csX8" fmla="*/ 154066 w 154065"/>
                <a:gd name="csY8" fmla="*/ 0 h 226351"/>
                <a:gd name="csX9" fmla="*/ 154066 w 154065"/>
                <a:gd name="csY9" fmla="*/ 226352 h 226351"/>
                <a:gd name="csX10" fmla="*/ 126054 w 154065"/>
                <a:gd name="csY10" fmla="*/ 226352 h 226351"/>
                <a:gd name="csX11" fmla="*/ 62349 w 154065"/>
                <a:gd name="csY11" fmla="*/ 113627 h 226351"/>
                <a:gd name="csX12" fmla="*/ 24849 w 154065"/>
                <a:gd name="csY12" fmla="*/ 37425 h 226351"/>
                <a:gd name="csX13" fmla="*/ 23946 w 154065"/>
                <a:gd name="csY13" fmla="*/ 37425 h 226351"/>
                <a:gd name="csX14" fmla="*/ 26205 w 154065"/>
                <a:gd name="csY14" fmla="*/ 135270 h 226351"/>
                <a:gd name="csX15" fmla="*/ 26205 w 154065"/>
                <a:gd name="csY15" fmla="*/ 226352 h 226351"/>
                <a:gd name="csX16" fmla="*/ 0 w 154065"/>
                <a:gd name="csY16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4065" h="226351">
                  <a:moveTo>
                    <a:pt x="452" y="225901"/>
                  </a:moveTo>
                  <a:lnTo>
                    <a:pt x="452" y="0"/>
                  </a:lnTo>
                  <a:lnTo>
                    <a:pt x="30271" y="0"/>
                  </a:lnTo>
                  <a:lnTo>
                    <a:pt x="93524" y="111823"/>
                  </a:lnTo>
                  <a:cubicBezTo>
                    <a:pt x="107982" y="137524"/>
                    <a:pt x="120632" y="163677"/>
                    <a:pt x="130572" y="187123"/>
                  </a:cubicBezTo>
                  <a:lnTo>
                    <a:pt x="131023" y="187123"/>
                  </a:lnTo>
                  <a:cubicBezTo>
                    <a:pt x="128764" y="155109"/>
                    <a:pt x="127861" y="127154"/>
                    <a:pt x="127861" y="90631"/>
                  </a:cubicBezTo>
                  <a:lnTo>
                    <a:pt x="127861" y="0"/>
                  </a:lnTo>
                  <a:lnTo>
                    <a:pt x="154066" y="0"/>
                  </a:lnTo>
                  <a:lnTo>
                    <a:pt x="154066" y="226352"/>
                  </a:lnTo>
                  <a:lnTo>
                    <a:pt x="126054" y="226352"/>
                  </a:lnTo>
                  <a:lnTo>
                    <a:pt x="62349" y="113627"/>
                  </a:lnTo>
                  <a:cubicBezTo>
                    <a:pt x="48343" y="88827"/>
                    <a:pt x="35241" y="63126"/>
                    <a:pt x="24849" y="37425"/>
                  </a:cubicBezTo>
                  <a:lnTo>
                    <a:pt x="23946" y="37425"/>
                  </a:lnTo>
                  <a:cubicBezTo>
                    <a:pt x="25753" y="66733"/>
                    <a:pt x="26205" y="94689"/>
                    <a:pt x="26205" y="135270"/>
                  </a:cubicBezTo>
                  <a:lnTo>
                    <a:pt x="26205" y="226352"/>
                  </a:lnTo>
                  <a:lnTo>
                    <a:pt x="0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1C60C81-5A7A-CDB0-403A-72FEA3461BEF}"/>
                </a:ext>
              </a:extLst>
            </p:cNvPr>
            <p:cNvSpPr/>
            <p:nvPr/>
          </p:nvSpPr>
          <p:spPr>
            <a:xfrm>
              <a:off x="34225424" y="11438491"/>
              <a:ext cx="166715" cy="230860"/>
            </a:xfrm>
            <a:custGeom>
              <a:avLst/>
              <a:gdLst>
                <a:gd name="csX0" fmla="*/ 166716 w 166715"/>
                <a:gd name="csY0" fmla="*/ 219588 h 230860"/>
                <a:gd name="csX1" fmla="*/ 105722 w 166715"/>
                <a:gd name="csY1" fmla="*/ 230861 h 230860"/>
                <a:gd name="csX2" fmla="*/ 30271 w 166715"/>
                <a:gd name="csY2" fmla="*/ 203356 h 230860"/>
                <a:gd name="csX3" fmla="*/ 0 w 166715"/>
                <a:gd name="csY3" fmla="*/ 117234 h 230860"/>
                <a:gd name="csX4" fmla="*/ 111144 w 166715"/>
                <a:gd name="csY4" fmla="*/ 0 h 230860"/>
                <a:gd name="csX5" fmla="*/ 160391 w 166715"/>
                <a:gd name="csY5" fmla="*/ 9018 h 230860"/>
                <a:gd name="csX6" fmla="*/ 153614 w 166715"/>
                <a:gd name="csY6" fmla="*/ 32465 h 230860"/>
                <a:gd name="csX7" fmla="*/ 110692 w 166715"/>
                <a:gd name="csY7" fmla="*/ 23898 h 230860"/>
                <a:gd name="csX8" fmla="*/ 29367 w 166715"/>
                <a:gd name="csY8" fmla="*/ 115430 h 230860"/>
                <a:gd name="csX9" fmla="*/ 106626 w 166715"/>
                <a:gd name="csY9" fmla="*/ 206963 h 230860"/>
                <a:gd name="csX10" fmla="*/ 138704 w 166715"/>
                <a:gd name="csY10" fmla="*/ 202003 h 230860"/>
                <a:gd name="csX11" fmla="*/ 138704 w 166715"/>
                <a:gd name="csY11" fmla="*/ 132564 h 230860"/>
                <a:gd name="csX12" fmla="*/ 98041 w 166715"/>
                <a:gd name="csY12" fmla="*/ 132564 h 230860"/>
                <a:gd name="csX13" fmla="*/ 98041 w 166715"/>
                <a:gd name="csY13" fmla="*/ 109569 h 230860"/>
                <a:gd name="csX14" fmla="*/ 166264 w 166715"/>
                <a:gd name="csY14" fmla="*/ 109569 h 230860"/>
                <a:gd name="csX15" fmla="*/ 166264 w 166715"/>
                <a:gd name="csY15" fmla="*/ 219137 h 2308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66715" h="230860">
                  <a:moveTo>
                    <a:pt x="166716" y="219588"/>
                  </a:moveTo>
                  <a:cubicBezTo>
                    <a:pt x="154517" y="224097"/>
                    <a:pt x="131475" y="230861"/>
                    <a:pt x="105722" y="230861"/>
                  </a:cubicBezTo>
                  <a:cubicBezTo>
                    <a:pt x="79969" y="230861"/>
                    <a:pt x="50150" y="223195"/>
                    <a:pt x="30271" y="203356"/>
                  </a:cubicBezTo>
                  <a:cubicBezTo>
                    <a:pt x="11747" y="184869"/>
                    <a:pt x="0" y="154659"/>
                    <a:pt x="0" y="117234"/>
                  </a:cubicBezTo>
                  <a:cubicBezTo>
                    <a:pt x="0" y="43286"/>
                    <a:pt x="46084" y="0"/>
                    <a:pt x="111144" y="0"/>
                  </a:cubicBezTo>
                  <a:cubicBezTo>
                    <a:pt x="176204" y="0"/>
                    <a:pt x="151355" y="4960"/>
                    <a:pt x="160391" y="9018"/>
                  </a:cubicBezTo>
                  <a:lnTo>
                    <a:pt x="153614" y="32465"/>
                  </a:lnTo>
                  <a:cubicBezTo>
                    <a:pt x="143222" y="27956"/>
                    <a:pt x="130120" y="23898"/>
                    <a:pt x="110692" y="23898"/>
                  </a:cubicBezTo>
                  <a:cubicBezTo>
                    <a:pt x="63704" y="23898"/>
                    <a:pt x="29367" y="54559"/>
                    <a:pt x="29367" y="115430"/>
                  </a:cubicBezTo>
                  <a:cubicBezTo>
                    <a:pt x="29367" y="176302"/>
                    <a:pt x="61445" y="206963"/>
                    <a:pt x="106626" y="206963"/>
                  </a:cubicBezTo>
                  <a:cubicBezTo>
                    <a:pt x="151806" y="206963"/>
                    <a:pt x="133283" y="204708"/>
                    <a:pt x="138704" y="202003"/>
                  </a:cubicBezTo>
                  <a:lnTo>
                    <a:pt x="138704" y="132564"/>
                  </a:lnTo>
                  <a:lnTo>
                    <a:pt x="98041" y="132564"/>
                  </a:lnTo>
                  <a:lnTo>
                    <a:pt x="98041" y="109569"/>
                  </a:lnTo>
                  <a:lnTo>
                    <a:pt x="166264" y="109569"/>
                  </a:lnTo>
                  <a:lnTo>
                    <a:pt x="166264" y="219137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CD51498-FA4A-9C6F-3621-34E82F29B603}"/>
                </a:ext>
              </a:extLst>
            </p:cNvPr>
            <p:cNvSpPr/>
            <p:nvPr/>
          </p:nvSpPr>
          <p:spPr>
            <a:xfrm>
              <a:off x="32966695" y="11812287"/>
              <a:ext cx="90812" cy="204257"/>
            </a:xfrm>
            <a:custGeom>
              <a:avLst/>
              <a:gdLst>
                <a:gd name="csX0" fmla="*/ 51958 w 90812"/>
                <a:gd name="csY0" fmla="*/ 0 h 204257"/>
                <a:gd name="csX1" fmla="*/ 51958 w 90812"/>
                <a:gd name="csY1" fmla="*/ 38777 h 204257"/>
                <a:gd name="csX2" fmla="*/ 90813 w 90812"/>
                <a:gd name="csY2" fmla="*/ 38777 h 204257"/>
                <a:gd name="csX3" fmla="*/ 90813 w 90812"/>
                <a:gd name="csY3" fmla="*/ 60421 h 204257"/>
                <a:gd name="csX4" fmla="*/ 51958 w 90812"/>
                <a:gd name="csY4" fmla="*/ 60421 h 204257"/>
                <a:gd name="csX5" fmla="*/ 51958 w 90812"/>
                <a:gd name="csY5" fmla="*/ 150600 h 204257"/>
                <a:gd name="csX6" fmla="*/ 72741 w 90812"/>
                <a:gd name="csY6" fmla="*/ 180811 h 204257"/>
                <a:gd name="csX7" fmla="*/ 87650 w 90812"/>
                <a:gd name="csY7" fmla="*/ 179007 h 204257"/>
                <a:gd name="csX8" fmla="*/ 88554 w 90812"/>
                <a:gd name="csY8" fmla="*/ 200650 h 204257"/>
                <a:gd name="csX9" fmla="*/ 64156 w 90812"/>
                <a:gd name="csY9" fmla="*/ 204258 h 204257"/>
                <a:gd name="csX10" fmla="*/ 34337 w 90812"/>
                <a:gd name="csY10" fmla="*/ 192534 h 204257"/>
                <a:gd name="csX11" fmla="*/ 23494 w 90812"/>
                <a:gd name="csY11" fmla="*/ 150600 h 204257"/>
                <a:gd name="csX12" fmla="*/ 23494 w 90812"/>
                <a:gd name="csY12" fmla="*/ 60421 h 204257"/>
                <a:gd name="csX13" fmla="*/ 0 w 90812"/>
                <a:gd name="csY13" fmla="*/ 60421 h 204257"/>
                <a:gd name="csX14" fmla="*/ 0 w 90812"/>
                <a:gd name="csY14" fmla="*/ 38777 h 204257"/>
                <a:gd name="csX15" fmla="*/ 23494 w 90812"/>
                <a:gd name="csY15" fmla="*/ 38777 h 204257"/>
                <a:gd name="csX16" fmla="*/ 23494 w 90812"/>
                <a:gd name="csY16" fmla="*/ 9469 h 204257"/>
                <a:gd name="csX17" fmla="*/ 51506 w 90812"/>
                <a:gd name="csY17" fmla="*/ 0 h 204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90812" h="204257">
                  <a:moveTo>
                    <a:pt x="51958" y="0"/>
                  </a:moveTo>
                  <a:lnTo>
                    <a:pt x="51958" y="38777"/>
                  </a:lnTo>
                  <a:lnTo>
                    <a:pt x="90813" y="38777"/>
                  </a:lnTo>
                  <a:lnTo>
                    <a:pt x="90813" y="60421"/>
                  </a:lnTo>
                  <a:lnTo>
                    <a:pt x="51958" y="60421"/>
                  </a:lnTo>
                  <a:lnTo>
                    <a:pt x="51958" y="150600"/>
                  </a:lnTo>
                  <a:cubicBezTo>
                    <a:pt x="51958" y="170891"/>
                    <a:pt x="58283" y="180811"/>
                    <a:pt x="72741" y="180811"/>
                  </a:cubicBezTo>
                  <a:cubicBezTo>
                    <a:pt x="87198" y="180811"/>
                    <a:pt x="84036" y="180360"/>
                    <a:pt x="87650" y="179007"/>
                  </a:cubicBezTo>
                  <a:lnTo>
                    <a:pt x="88554" y="200650"/>
                  </a:lnTo>
                  <a:cubicBezTo>
                    <a:pt x="83132" y="202454"/>
                    <a:pt x="75000" y="204258"/>
                    <a:pt x="64156" y="204258"/>
                  </a:cubicBezTo>
                  <a:cubicBezTo>
                    <a:pt x="53313" y="204258"/>
                    <a:pt x="41114" y="200199"/>
                    <a:pt x="34337" y="192534"/>
                  </a:cubicBezTo>
                  <a:cubicBezTo>
                    <a:pt x="27108" y="183967"/>
                    <a:pt x="23494" y="170891"/>
                    <a:pt x="23494" y="150600"/>
                  </a:cubicBezTo>
                  <a:lnTo>
                    <a:pt x="23494" y="60421"/>
                  </a:lnTo>
                  <a:lnTo>
                    <a:pt x="0" y="60421"/>
                  </a:lnTo>
                  <a:lnTo>
                    <a:pt x="0" y="38777"/>
                  </a:lnTo>
                  <a:lnTo>
                    <a:pt x="23494" y="38777"/>
                  </a:lnTo>
                  <a:lnTo>
                    <a:pt x="23494" y="9469"/>
                  </a:lnTo>
                  <a:lnTo>
                    <a:pt x="51506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A4D1CA86-4D57-1BDB-0C19-A74ABDA1611C}"/>
                </a:ext>
              </a:extLst>
            </p:cNvPr>
            <p:cNvSpPr/>
            <p:nvPr/>
          </p:nvSpPr>
          <p:spPr>
            <a:xfrm>
              <a:off x="33081002" y="11776666"/>
              <a:ext cx="126957" cy="236722"/>
            </a:xfrm>
            <a:custGeom>
              <a:avLst/>
              <a:gdLst>
                <a:gd name="csX0" fmla="*/ 452 w 126957"/>
                <a:gd name="csY0" fmla="*/ 0 h 236722"/>
                <a:gd name="csX1" fmla="*/ 28915 w 126957"/>
                <a:gd name="csY1" fmla="*/ 0 h 236722"/>
                <a:gd name="csX2" fmla="*/ 28915 w 126957"/>
                <a:gd name="csY2" fmla="*/ 96943 h 236722"/>
                <a:gd name="csX3" fmla="*/ 29367 w 126957"/>
                <a:gd name="csY3" fmla="*/ 96943 h 236722"/>
                <a:gd name="csX4" fmla="*/ 48343 w 126957"/>
                <a:gd name="csY4" fmla="*/ 78006 h 236722"/>
                <a:gd name="csX5" fmla="*/ 76355 w 126957"/>
                <a:gd name="csY5" fmla="*/ 70791 h 236722"/>
                <a:gd name="csX6" fmla="*/ 126957 w 126957"/>
                <a:gd name="csY6" fmla="*/ 136623 h 236722"/>
                <a:gd name="csX7" fmla="*/ 126957 w 126957"/>
                <a:gd name="csY7" fmla="*/ 236722 h 236722"/>
                <a:gd name="csX8" fmla="*/ 98493 w 126957"/>
                <a:gd name="csY8" fmla="*/ 236722 h 236722"/>
                <a:gd name="csX9" fmla="*/ 98493 w 126957"/>
                <a:gd name="csY9" fmla="*/ 139779 h 236722"/>
                <a:gd name="csX10" fmla="*/ 65512 w 126957"/>
                <a:gd name="csY10" fmla="*/ 94689 h 236722"/>
                <a:gd name="csX11" fmla="*/ 30271 w 126957"/>
                <a:gd name="csY11" fmla="*/ 123096 h 236722"/>
                <a:gd name="csX12" fmla="*/ 28464 w 126957"/>
                <a:gd name="csY12" fmla="*/ 136623 h 236722"/>
                <a:gd name="csX13" fmla="*/ 28464 w 126957"/>
                <a:gd name="csY13" fmla="*/ 236722 h 236722"/>
                <a:gd name="csX14" fmla="*/ 0 w 126957"/>
                <a:gd name="csY14" fmla="*/ 236722 h 236722"/>
                <a:gd name="csX15" fmla="*/ 0 w 126957"/>
                <a:gd name="csY15" fmla="*/ 0 h 23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6957" h="236722">
                  <a:moveTo>
                    <a:pt x="452" y="0"/>
                  </a:moveTo>
                  <a:lnTo>
                    <a:pt x="28915" y="0"/>
                  </a:lnTo>
                  <a:lnTo>
                    <a:pt x="28915" y="96943"/>
                  </a:lnTo>
                  <a:lnTo>
                    <a:pt x="29367" y="96943"/>
                  </a:lnTo>
                  <a:cubicBezTo>
                    <a:pt x="33885" y="89729"/>
                    <a:pt x="40662" y="82966"/>
                    <a:pt x="48343" y="78006"/>
                  </a:cubicBezTo>
                  <a:cubicBezTo>
                    <a:pt x="56476" y="73497"/>
                    <a:pt x="65512" y="70791"/>
                    <a:pt x="76355" y="70791"/>
                  </a:cubicBezTo>
                  <a:cubicBezTo>
                    <a:pt x="97590" y="70791"/>
                    <a:pt x="126957" y="84769"/>
                    <a:pt x="126957" y="136623"/>
                  </a:cubicBezTo>
                  <a:lnTo>
                    <a:pt x="126957" y="236722"/>
                  </a:lnTo>
                  <a:lnTo>
                    <a:pt x="98493" y="236722"/>
                  </a:lnTo>
                  <a:lnTo>
                    <a:pt x="98493" y="139779"/>
                  </a:lnTo>
                  <a:cubicBezTo>
                    <a:pt x="98493" y="115430"/>
                    <a:pt x="89909" y="94689"/>
                    <a:pt x="65512" y="94689"/>
                  </a:cubicBezTo>
                  <a:cubicBezTo>
                    <a:pt x="41114" y="94689"/>
                    <a:pt x="35241" y="106863"/>
                    <a:pt x="30271" y="123096"/>
                  </a:cubicBezTo>
                  <a:cubicBezTo>
                    <a:pt x="28915" y="126703"/>
                    <a:pt x="28464" y="131663"/>
                    <a:pt x="28464" y="136623"/>
                  </a:cubicBezTo>
                  <a:lnTo>
                    <a:pt x="28464" y="236722"/>
                  </a:lnTo>
                  <a:lnTo>
                    <a:pt x="0" y="236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3CFD26E8-FB23-3B2E-0E4E-9B956671B621}"/>
                </a:ext>
              </a:extLst>
            </p:cNvPr>
            <p:cNvSpPr/>
            <p:nvPr/>
          </p:nvSpPr>
          <p:spPr>
            <a:xfrm>
              <a:off x="33235519" y="11847006"/>
              <a:ext cx="131023" cy="169087"/>
            </a:xfrm>
            <a:custGeom>
              <a:avLst/>
              <a:gdLst>
                <a:gd name="csX0" fmla="*/ 27560 w 131023"/>
                <a:gd name="csY0" fmla="*/ 89278 h 169087"/>
                <a:gd name="csX1" fmla="*/ 78162 w 131023"/>
                <a:gd name="csY1" fmla="*/ 146993 h 169087"/>
                <a:gd name="csX2" fmla="*/ 117921 w 131023"/>
                <a:gd name="csY2" fmla="*/ 139328 h 169087"/>
                <a:gd name="csX3" fmla="*/ 122439 w 131023"/>
                <a:gd name="csY3" fmla="*/ 159618 h 169087"/>
                <a:gd name="csX4" fmla="*/ 74096 w 131023"/>
                <a:gd name="csY4" fmla="*/ 169087 h 169087"/>
                <a:gd name="csX5" fmla="*/ 0 w 131023"/>
                <a:gd name="csY5" fmla="*/ 87024 h 169087"/>
                <a:gd name="csX6" fmla="*/ 70482 w 131023"/>
                <a:gd name="csY6" fmla="*/ 0 h 169087"/>
                <a:gd name="csX7" fmla="*/ 131023 w 131023"/>
                <a:gd name="csY7" fmla="*/ 74849 h 169087"/>
                <a:gd name="csX8" fmla="*/ 130120 w 131023"/>
                <a:gd name="csY8" fmla="*/ 88827 h 169087"/>
                <a:gd name="csX9" fmla="*/ 28012 w 131023"/>
                <a:gd name="csY9" fmla="*/ 88827 h 169087"/>
                <a:gd name="csX10" fmla="*/ 103463 w 131023"/>
                <a:gd name="csY10" fmla="*/ 68988 h 169087"/>
                <a:gd name="csX11" fmla="*/ 67319 w 131023"/>
                <a:gd name="csY11" fmla="*/ 21192 h 169087"/>
                <a:gd name="csX12" fmla="*/ 27560 w 131023"/>
                <a:gd name="csY12" fmla="*/ 68988 h 169087"/>
                <a:gd name="csX13" fmla="*/ 103012 w 131023"/>
                <a:gd name="csY13" fmla="*/ 68988 h 169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1023" h="169087">
                  <a:moveTo>
                    <a:pt x="27560" y="89278"/>
                  </a:moveTo>
                  <a:cubicBezTo>
                    <a:pt x="27560" y="132114"/>
                    <a:pt x="51958" y="146993"/>
                    <a:pt x="78162" y="146993"/>
                  </a:cubicBezTo>
                  <a:cubicBezTo>
                    <a:pt x="104367" y="146993"/>
                    <a:pt x="108433" y="143837"/>
                    <a:pt x="117921" y="139328"/>
                  </a:cubicBezTo>
                  <a:lnTo>
                    <a:pt x="122439" y="159618"/>
                  </a:lnTo>
                  <a:cubicBezTo>
                    <a:pt x="112500" y="164127"/>
                    <a:pt x="95783" y="169087"/>
                    <a:pt x="74096" y="169087"/>
                  </a:cubicBezTo>
                  <a:cubicBezTo>
                    <a:pt x="27560" y="169087"/>
                    <a:pt x="0" y="136623"/>
                    <a:pt x="0" y="87024"/>
                  </a:cubicBezTo>
                  <a:cubicBezTo>
                    <a:pt x="0" y="37425"/>
                    <a:pt x="27108" y="0"/>
                    <a:pt x="70482" y="0"/>
                  </a:cubicBezTo>
                  <a:cubicBezTo>
                    <a:pt x="113855" y="0"/>
                    <a:pt x="131023" y="42835"/>
                    <a:pt x="131023" y="74849"/>
                  </a:cubicBezTo>
                  <a:cubicBezTo>
                    <a:pt x="131023" y="106863"/>
                    <a:pt x="131023" y="85671"/>
                    <a:pt x="130120" y="88827"/>
                  </a:cubicBezTo>
                  <a:lnTo>
                    <a:pt x="28012" y="88827"/>
                  </a:lnTo>
                  <a:close/>
                  <a:moveTo>
                    <a:pt x="103463" y="68988"/>
                  </a:moveTo>
                  <a:cubicBezTo>
                    <a:pt x="103463" y="45992"/>
                    <a:pt x="94879" y="21192"/>
                    <a:pt x="67319" y="21192"/>
                  </a:cubicBezTo>
                  <a:cubicBezTo>
                    <a:pt x="39759" y="21192"/>
                    <a:pt x="29819" y="47795"/>
                    <a:pt x="27560" y="68988"/>
                  </a:cubicBezTo>
                  <a:lnTo>
                    <a:pt x="103012" y="6898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863156C0-2421-F87C-724C-901EEF0DBC66}"/>
                </a:ext>
              </a:extLst>
            </p:cNvPr>
            <p:cNvSpPr/>
            <p:nvPr/>
          </p:nvSpPr>
          <p:spPr>
            <a:xfrm>
              <a:off x="33453289" y="11785684"/>
              <a:ext cx="133282" cy="229958"/>
            </a:xfrm>
            <a:custGeom>
              <a:avLst/>
              <a:gdLst>
                <a:gd name="csX0" fmla="*/ 904 w 133282"/>
                <a:gd name="csY0" fmla="*/ 4509 h 229958"/>
                <a:gd name="csX1" fmla="*/ 49699 w 133282"/>
                <a:gd name="csY1" fmla="*/ 0 h 229958"/>
                <a:gd name="csX2" fmla="*/ 107981 w 133282"/>
                <a:gd name="csY2" fmla="*/ 16232 h 229958"/>
                <a:gd name="csX3" fmla="*/ 125602 w 133282"/>
                <a:gd name="csY3" fmla="*/ 56362 h 229958"/>
                <a:gd name="csX4" fmla="*/ 88102 w 133282"/>
                <a:gd name="csY4" fmla="*/ 105961 h 229958"/>
                <a:gd name="csX5" fmla="*/ 88102 w 133282"/>
                <a:gd name="csY5" fmla="*/ 106863 h 229958"/>
                <a:gd name="csX6" fmla="*/ 133283 w 133282"/>
                <a:gd name="csY6" fmla="*/ 163677 h 229958"/>
                <a:gd name="csX7" fmla="*/ 114758 w 133282"/>
                <a:gd name="csY7" fmla="*/ 208766 h 229958"/>
                <a:gd name="csX8" fmla="*/ 42018 w 133282"/>
                <a:gd name="csY8" fmla="*/ 229959 h 229958"/>
                <a:gd name="csX9" fmla="*/ 0 w 133282"/>
                <a:gd name="csY9" fmla="*/ 227704 h 229958"/>
                <a:gd name="csX10" fmla="*/ 0 w 133282"/>
                <a:gd name="csY10" fmla="*/ 5411 h 229958"/>
                <a:gd name="csX11" fmla="*/ 29367 w 133282"/>
                <a:gd name="csY11" fmla="*/ 97394 h 229958"/>
                <a:gd name="csX12" fmla="*/ 51506 w 133282"/>
                <a:gd name="csY12" fmla="*/ 97394 h 229958"/>
                <a:gd name="csX13" fmla="*/ 97590 w 133282"/>
                <a:gd name="csY13" fmla="*/ 58617 h 229958"/>
                <a:gd name="csX14" fmla="*/ 51958 w 133282"/>
                <a:gd name="csY14" fmla="*/ 21643 h 229958"/>
                <a:gd name="csX15" fmla="*/ 29367 w 133282"/>
                <a:gd name="csY15" fmla="*/ 23447 h 229958"/>
                <a:gd name="csX16" fmla="*/ 29367 w 133282"/>
                <a:gd name="csY16" fmla="*/ 97394 h 229958"/>
                <a:gd name="csX17" fmla="*/ 29367 w 133282"/>
                <a:gd name="csY17" fmla="*/ 206061 h 229958"/>
                <a:gd name="csX18" fmla="*/ 50602 w 133282"/>
                <a:gd name="csY18" fmla="*/ 207414 h 229958"/>
                <a:gd name="csX19" fmla="*/ 104819 w 133282"/>
                <a:gd name="csY19" fmla="*/ 163226 h 229958"/>
                <a:gd name="csX20" fmla="*/ 50150 w 133282"/>
                <a:gd name="csY20" fmla="*/ 119037 h 229958"/>
                <a:gd name="csX21" fmla="*/ 29819 w 133282"/>
                <a:gd name="csY21" fmla="*/ 119037 h 229958"/>
                <a:gd name="csX22" fmla="*/ 29819 w 133282"/>
                <a:gd name="csY22" fmla="*/ 206061 h 229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3282" h="229958">
                  <a:moveTo>
                    <a:pt x="904" y="4509"/>
                  </a:moveTo>
                  <a:cubicBezTo>
                    <a:pt x="13554" y="1804"/>
                    <a:pt x="31175" y="0"/>
                    <a:pt x="49699" y="0"/>
                  </a:cubicBezTo>
                  <a:cubicBezTo>
                    <a:pt x="76807" y="0"/>
                    <a:pt x="94879" y="4509"/>
                    <a:pt x="107981" y="16232"/>
                  </a:cubicBezTo>
                  <a:cubicBezTo>
                    <a:pt x="119277" y="25250"/>
                    <a:pt x="125602" y="38777"/>
                    <a:pt x="125602" y="56362"/>
                  </a:cubicBezTo>
                  <a:cubicBezTo>
                    <a:pt x="125602" y="73948"/>
                    <a:pt x="111596" y="97845"/>
                    <a:pt x="88102" y="105961"/>
                  </a:cubicBezTo>
                  <a:lnTo>
                    <a:pt x="88102" y="106863"/>
                  </a:lnTo>
                  <a:cubicBezTo>
                    <a:pt x="111144" y="112725"/>
                    <a:pt x="133283" y="131212"/>
                    <a:pt x="133283" y="163677"/>
                  </a:cubicBezTo>
                  <a:cubicBezTo>
                    <a:pt x="133283" y="196141"/>
                    <a:pt x="126054" y="197945"/>
                    <a:pt x="114758" y="208766"/>
                  </a:cubicBezTo>
                  <a:cubicBezTo>
                    <a:pt x="99849" y="223646"/>
                    <a:pt x="75903" y="229959"/>
                    <a:pt x="42018" y="229959"/>
                  </a:cubicBezTo>
                  <a:cubicBezTo>
                    <a:pt x="8132" y="229959"/>
                    <a:pt x="9036" y="228606"/>
                    <a:pt x="0" y="227704"/>
                  </a:cubicBezTo>
                  <a:lnTo>
                    <a:pt x="0" y="5411"/>
                  </a:lnTo>
                  <a:close/>
                  <a:moveTo>
                    <a:pt x="29367" y="97394"/>
                  </a:moveTo>
                  <a:lnTo>
                    <a:pt x="51506" y="97394"/>
                  </a:lnTo>
                  <a:cubicBezTo>
                    <a:pt x="79518" y="97394"/>
                    <a:pt x="97590" y="81162"/>
                    <a:pt x="97590" y="58617"/>
                  </a:cubicBezTo>
                  <a:cubicBezTo>
                    <a:pt x="97590" y="36072"/>
                    <a:pt x="80873" y="21643"/>
                    <a:pt x="51958" y="21643"/>
                  </a:cubicBezTo>
                  <a:cubicBezTo>
                    <a:pt x="23042" y="21643"/>
                    <a:pt x="33885" y="22545"/>
                    <a:pt x="29367" y="23447"/>
                  </a:cubicBezTo>
                  <a:lnTo>
                    <a:pt x="29367" y="97394"/>
                  </a:lnTo>
                  <a:close/>
                  <a:moveTo>
                    <a:pt x="29367" y="206061"/>
                  </a:moveTo>
                  <a:cubicBezTo>
                    <a:pt x="34337" y="206963"/>
                    <a:pt x="41566" y="207414"/>
                    <a:pt x="50602" y="207414"/>
                  </a:cubicBezTo>
                  <a:cubicBezTo>
                    <a:pt x="79970" y="207414"/>
                    <a:pt x="104819" y="194789"/>
                    <a:pt x="104819" y="163226"/>
                  </a:cubicBezTo>
                  <a:cubicBezTo>
                    <a:pt x="104819" y="131663"/>
                    <a:pt x="79518" y="119037"/>
                    <a:pt x="50150" y="119037"/>
                  </a:cubicBezTo>
                  <a:lnTo>
                    <a:pt x="29819" y="119037"/>
                  </a:lnTo>
                  <a:lnTo>
                    <a:pt x="29819" y="206061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AD6EE8D1-0AC2-D0B7-0998-0AC75A2459C5}"/>
                </a:ext>
              </a:extLst>
            </p:cNvPr>
            <p:cNvSpPr/>
            <p:nvPr/>
          </p:nvSpPr>
          <p:spPr>
            <a:xfrm>
              <a:off x="33605096" y="11783880"/>
              <a:ext cx="183432" cy="233115"/>
            </a:xfrm>
            <a:custGeom>
              <a:avLst/>
              <a:gdLst>
                <a:gd name="csX0" fmla="*/ 89909 w 183432"/>
                <a:gd name="csY0" fmla="*/ 232664 h 233115"/>
                <a:gd name="csX1" fmla="*/ 0 w 183432"/>
                <a:gd name="csY1" fmla="*/ 117685 h 233115"/>
                <a:gd name="csX2" fmla="*/ 93524 w 183432"/>
                <a:gd name="csY2" fmla="*/ 0 h 233115"/>
                <a:gd name="csX3" fmla="*/ 183433 w 183432"/>
                <a:gd name="csY3" fmla="*/ 114528 h 233115"/>
                <a:gd name="csX4" fmla="*/ 90813 w 183432"/>
                <a:gd name="csY4" fmla="*/ 233115 h 233115"/>
                <a:gd name="csX5" fmla="*/ 90813 w 183432"/>
                <a:gd name="csY5" fmla="*/ 233115 h 233115"/>
                <a:gd name="csX6" fmla="*/ 91716 w 183432"/>
                <a:gd name="csY6" fmla="*/ 209217 h 233115"/>
                <a:gd name="csX7" fmla="*/ 153614 w 183432"/>
                <a:gd name="csY7" fmla="*/ 115430 h 233115"/>
                <a:gd name="csX8" fmla="*/ 91716 w 183432"/>
                <a:gd name="csY8" fmla="*/ 23447 h 233115"/>
                <a:gd name="csX9" fmla="*/ 29367 w 183432"/>
                <a:gd name="csY9" fmla="*/ 117234 h 233115"/>
                <a:gd name="csX10" fmla="*/ 91265 w 183432"/>
                <a:gd name="csY10" fmla="*/ 209668 h 233115"/>
                <a:gd name="csX11" fmla="*/ 91265 w 183432"/>
                <a:gd name="csY11" fmla="*/ 209668 h 233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3432" h="233115">
                  <a:moveTo>
                    <a:pt x="89909" y="232664"/>
                  </a:moveTo>
                  <a:cubicBezTo>
                    <a:pt x="36596" y="232664"/>
                    <a:pt x="0" y="188025"/>
                    <a:pt x="0" y="117685"/>
                  </a:cubicBezTo>
                  <a:cubicBezTo>
                    <a:pt x="0" y="47344"/>
                    <a:pt x="38855" y="0"/>
                    <a:pt x="93524" y="0"/>
                  </a:cubicBezTo>
                  <a:cubicBezTo>
                    <a:pt x="148192" y="0"/>
                    <a:pt x="183433" y="45541"/>
                    <a:pt x="183433" y="114528"/>
                  </a:cubicBezTo>
                  <a:cubicBezTo>
                    <a:pt x="183433" y="183516"/>
                    <a:pt x="141867" y="233115"/>
                    <a:pt x="90813" y="233115"/>
                  </a:cubicBezTo>
                  <a:lnTo>
                    <a:pt x="90813" y="233115"/>
                  </a:lnTo>
                  <a:close/>
                  <a:moveTo>
                    <a:pt x="91716" y="209217"/>
                  </a:moveTo>
                  <a:cubicBezTo>
                    <a:pt x="133282" y="209217"/>
                    <a:pt x="153614" y="164578"/>
                    <a:pt x="153614" y="115430"/>
                  </a:cubicBezTo>
                  <a:cubicBezTo>
                    <a:pt x="153614" y="66282"/>
                    <a:pt x="134638" y="23447"/>
                    <a:pt x="91716" y="23447"/>
                  </a:cubicBezTo>
                  <a:cubicBezTo>
                    <a:pt x="48795" y="23447"/>
                    <a:pt x="29367" y="69889"/>
                    <a:pt x="29367" y="117234"/>
                  </a:cubicBezTo>
                  <a:cubicBezTo>
                    <a:pt x="29367" y="164578"/>
                    <a:pt x="50150" y="209668"/>
                    <a:pt x="91265" y="209668"/>
                  </a:cubicBezTo>
                  <a:lnTo>
                    <a:pt x="91265" y="20966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131F6F3F-5FA7-0A2D-433B-E1767B552C0F}"/>
                </a:ext>
              </a:extLst>
            </p:cNvPr>
            <p:cNvSpPr/>
            <p:nvPr/>
          </p:nvSpPr>
          <p:spPr>
            <a:xfrm>
              <a:off x="33817444" y="11787036"/>
              <a:ext cx="150903" cy="229507"/>
            </a:xfrm>
            <a:custGeom>
              <a:avLst/>
              <a:gdLst>
                <a:gd name="csX0" fmla="*/ 28012 w 150903"/>
                <a:gd name="csY0" fmla="*/ 0 h 229507"/>
                <a:gd name="csX1" fmla="*/ 28012 w 150903"/>
                <a:gd name="csY1" fmla="*/ 139328 h 229507"/>
                <a:gd name="csX2" fmla="*/ 74548 w 150903"/>
                <a:gd name="csY2" fmla="*/ 206061 h 229507"/>
                <a:gd name="csX3" fmla="*/ 122439 w 150903"/>
                <a:gd name="csY3" fmla="*/ 139328 h 229507"/>
                <a:gd name="csX4" fmla="*/ 122439 w 150903"/>
                <a:gd name="csY4" fmla="*/ 0 h 229507"/>
                <a:gd name="csX5" fmla="*/ 150903 w 150903"/>
                <a:gd name="csY5" fmla="*/ 0 h 229507"/>
                <a:gd name="csX6" fmla="*/ 150903 w 150903"/>
                <a:gd name="csY6" fmla="*/ 136623 h 229507"/>
                <a:gd name="csX7" fmla="*/ 73644 w 150903"/>
                <a:gd name="csY7" fmla="*/ 229508 h 229507"/>
                <a:gd name="csX8" fmla="*/ 0 w 150903"/>
                <a:gd name="csY8" fmla="*/ 138426 h 229507"/>
                <a:gd name="csX9" fmla="*/ 0 w 150903"/>
                <a:gd name="csY9" fmla="*/ 0 h 229507"/>
                <a:gd name="csX10" fmla="*/ 28464 w 150903"/>
                <a:gd name="csY10" fmla="*/ 0 h 22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0903" h="229507">
                  <a:moveTo>
                    <a:pt x="28012" y="0"/>
                  </a:moveTo>
                  <a:lnTo>
                    <a:pt x="28012" y="139328"/>
                  </a:lnTo>
                  <a:cubicBezTo>
                    <a:pt x="28012" y="187123"/>
                    <a:pt x="47892" y="206061"/>
                    <a:pt x="74548" y="206061"/>
                  </a:cubicBezTo>
                  <a:cubicBezTo>
                    <a:pt x="101204" y="206061"/>
                    <a:pt x="122439" y="186222"/>
                    <a:pt x="122439" y="139328"/>
                  </a:cubicBezTo>
                  <a:lnTo>
                    <a:pt x="122439" y="0"/>
                  </a:lnTo>
                  <a:lnTo>
                    <a:pt x="150903" y="0"/>
                  </a:lnTo>
                  <a:lnTo>
                    <a:pt x="150903" y="136623"/>
                  </a:lnTo>
                  <a:cubicBezTo>
                    <a:pt x="150903" y="202905"/>
                    <a:pt x="117921" y="229508"/>
                    <a:pt x="73644" y="229508"/>
                  </a:cubicBezTo>
                  <a:cubicBezTo>
                    <a:pt x="29367" y="229508"/>
                    <a:pt x="0" y="204708"/>
                    <a:pt x="0" y="138426"/>
                  </a:cubicBez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07503BC7-5069-7CC4-8074-004F4AF50364}"/>
                </a:ext>
              </a:extLst>
            </p:cNvPr>
            <p:cNvSpPr/>
            <p:nvPr/>
          </p:nvSpPr>
          <p:spPr>
            <a:xfrm>
              <a:off x="34008558" y="11787036"/>
              <a:ext cx="154065" cy="226351"/>
            </a:xfrm>
            <a:custGeom>
              <a:avLst/>
              <a:gdLst>
                <a:gd name="csX0" fmla="*/ 452 w 154065"/>
                <a:gd name="csY0" fmla="*/ 226352 h 226351"/>
                <a:gd name="csX1" fmla="*/ 452 w 154065"/>
                <a:gd name="csY1" fmla="*/ 0 h 226351"/>
                <a:gd name="csX2" fmla="*/ 30271 w 154065"/>
                <a:gd name="csY2" fmla="*/ 0 h 226351"/>
                <a:gd name="csX3" fmla="*/ 93523 w 154065"/>
                <a:gd name="csY3" fmla="*/ 111823 h 226351"/>
                <a:gd name="csX4" fmla="*/ 130572 w 154065"/>
                <a:gd name="csY4" fmla="*/ 187123 h 226351"/>
                <a:gd name="csX5" fmla="*/ 131023 w 154065"/>
                <a:gd name="csY5" fmla="*/ 187123 h 226351"/>
                <a:gd name="csX6" fmla="*/ 127861 w 154065"/>
                <a:gd name="csY6" fmla="*/ 90631 h 226351"/>
                <a:gd name="csX7" fmla="*/ 127861 w 154065"/>
                <a:gd name="csY7" fmla="*/ 0 h 226351"/>
                <a:gd name="csX8" fmla="*/ 154065 w 154065"/>
                <a:gd name="csY8" fmla="*/ 0 h 226351"/>
                <a:gd name="csX9" fmla="*/ 154065 w 154065"/>
                <a:gd name="csY9" fmla="*/ 226352 h 226351"/>
                <a:gd name="csX10" fmla="*/ 126053 w 154065"/>
                <a:gd name="csY10" fmla="*/ 226352 h 226351"/>
                <a:gd name="csX11" fmla="*/ 62349 w 154065"/>
                <a:gd name="csY11" fmla="*/ 113627 h 226351"/>
                <a:gd name="csX12" fmla="*/ 24849 w 154065"/>
                <a:gd name="csY12" fmla="*/ 37425 h 226351"/>
                <a:gd name="csX13" fmla="*/ 23946 w 154065"/>
                <a:gd name="csY13" fmla="*/ 37425 h 226351"/>
                <a:gd name="csX14" fmla="*/ 26205 w 154065"/>
                <a:gd name="csY14" fmla="*/ 135270 h 226351"/>
                <a:gd name="csX15" fmla="*/ 26205 w 154065"/>
                <a:gd name="csY15" fmla="*/ 226352 h 226351"/>
                <a:gd name="csX16" fmla="*/ 0 w 154065"/>
                <a:gd name="csY16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4065" h="226351">
                  <a:moveTo>
                    <a:pt x="452" y="226352"/>
                  </a:moveTo>
                  <a:lnTo>
                    <a:pt x="452" y="0"/>
                  </a:lnTo>
                  <a:lnTo>
                    <a:pt x="30271" y="0"/>
                  </a:lnTo>
                  <a:lnTo>
                    <a:pt x="93523" y="111823"/>
                  </a:lnTo>
                  <a:cubicBezTo>
                    <a:pt x="107981" y="137524"/>
                    <a:pt x="120632" y="163677"/>
                    <a:pt x="130572" y="187123"/>
                  </a:cubicBezTo>
                  <a:lnTo>
                    <a:pt x="131023" y="187123"/>
                  </a:lnTo>
                  <a:cubicBezTo>
                    <a:pt x="128764" y="155109"/>
                    <a:pt x="127861" y="127154"/>
                    <a:pt x="127861" y="90631"/>
                  </a:cubicBezTo>
                  <a:lnTo>
                    <a:pt x="127861" y="0"/>
                  </a:lnTo>
                  <a:lnTo>
                    <a:pt x="154065" y="0"/>
                  </a:lnTo>
                  <a:lnTo>
                    <a:pt x="154065" y="226352"/>
                  </a:lnTo>
                  <a:lnTo>
                    <a:pt x="126053" y="226352"/>
                  </a:lnTo>
                  <a:lnTo>
                    <a:pt x="62349" y="113627"/>
                  </a:lnTo>
                  <a:cubicBezTo>
                    <a:pt x="48343" y="88827"/>
                    <a:pt x="35241" y="63126"/>
                    <a:pt x="24849" y="37425"/>
                  </a:cubicBezTo>
                  <a:lnTo>
                    <a:pt x="23946" y="37425"/>
                  </a:lnTo>
                  <a:cubicBezTo>
                    <a:pt x="25753" y="66733"/>
                    <a:pt x="26205" y="94689"/>
                    <a:pt x="26205" y="135270"/>
                  </a:cubicBezTo>
                  <a:lnTo>
                    <a:pt x="26205" y="226352"/>
                  </a:lnTo>
                  <a:lnTo>
                    <a:pt x="0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BAB2FF5-B5D7-8E7A-CC25-884115D9DA98}"/>
                </a:ext>
              </a:extLst>
            </p:cNvPr>
            <p:cNvSpPr/>
            <p:nvPr/>
          </p:nvSpPr>
          <p:spPr>
            <a:xfrm>
              <a:off x="34204190" y="11785684"/>
              <a:ext cx="165812" cy="229507"/>
            </a:xfrm>
            <a:custGeom>
              <a:avLst/>
              <a:gdLst>
                <a:gd name="csX0" fmla="*/ 0 w 165812"/>
                <a:gd name="csY0" fmla="*/ 4509 h 229507"/>
                <a:gd name="csX1" fmla="*/ 53765 w 165812"/>
                <a:gd name="csY1" fmla="*/ 0 h 229507"/>
                <a:gd name="csX2" fmla="*/ 134186 w 165812"/>
                <a:gd name="csY2" fmla="*/ 24799 h 229507"/>
                <a:gd name="csX3" fmla="*/ 165813 w 165812"/>
                <a:gd name="csY3" fmla="*/ 109118 h 229507"/>
                <a:gd name="csX4" fmla="*/ 135090 w 165812"/>
                <a:gd name="csY4" fmla="*/ 199298 h 229507"/>
                <a:gd name="csX5" fmla="*/ 46084 w 165812"/>
                <a:gd name="csY5" fmla="*/ 229508 h 229507"/>
                <a:gd name="csX6" fmla="*/ 452 w 165812"/>
                <a:gd name="csY6" fmla="*/ 227253 h 229507"/>
                <a:gd name="csX7" fmla="*/ 452 w 165812"/>
                <a:gd name="csY7" fmla="*/ 4960 h 229507"/>
                <a:gd name="csX8" fmla="*/ 28012 w 165812"/>
                <a:gd name="csY8" fmla="*/ 205159 h 229507"/>
                <a:gd name="csX9" fmla="*/ 51506 w 165812"/>
                <a:gd name="csY9" fmla="*/ 206061 h 229507"/>
                <a:gd name="csX10" fmla="*/ 135993 w 165812"/>
                <a:gd name="csY10" fmla="*/ 109569 h 229507"/>
                <a:gd name="csX11" fmla="*/ 55572 w 165812"/>
                <a:gd name="csY11" fmla="*/ 22094 h 229507"/>
                <a:gd name="csX12" fmla="*/ 28012 w 165812"/>
                <a:gd name="csY12" fmla="*/ 24349 h 229507"/>
                <a:gd name="csX13" fmla="*/ 28012 w 165812"/>
                <a:gd name="csY13" fmla="*/ 204708 h 22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5812" h="229507">
                  <a:moveTo>
                    <a:pt x="0" y="4509"/>
                  </a:moveTo>
                  <a:cubicBezTo>
                    <a:pt x="15361" y="1353"/>
                    <a:pt x="33885" y="0"/>
                    <a:pt x="53765" y="0"/>
                  </a:cubicBezTo>
                  <a:cubicBezTo>
                    <a:pt x="90361" y="0"/>
                    <a:pt x="116566" y="8567"/>
                    <a:pt x="134186" y="24799"/>
                  </a:cubicBezTo>
                  <a:cubicBezTo>
                    <a:pt x="153614" y="42385"/>
                    <a:pt x="165813" y="69439"/>
                    <a:pt x="165813" y="109118"/>
                  </a:cubicBezTo>
                  <a:cubicBezTo>
                    <a:pt x="165813" y="148797"/>
                    <a:pt x="154065" y="179909"/>
                    <a:pt x="135090" y="199298"/>
                  </a:cubicBezTo>
                  <a:cubicBezTo>
                    <a:pt x="115662" y="219137"/>
                    <a:pt x="84488" y="229508"/>
                    <a:pt x="46084" y="229508"/>
                  </a:cubicBezTo>
                  <a:cubicBezTo>
                    <a:pt x="7681" y="229508"/>
                    <a:pt x="13102" y="228606"/>
                    <a:pt x="452" y="227253"/>
                  </a:cubicBezTo>
                  <a:lnTo>
                    <a:pt x="452" y="4960"/>
                  </a:lnTo>
                  <a:close/>
                  <a:moveTo>
                    <a:pt x="28012" y="205159"/>
                  </a:moveTo>
                  <a:cubicBezTo>
                    <a:pt x="34337" y="206061"/>
                    <a:pt x="42921" y="206061"/>
                    <a:pt x="51506" y="206061"/>
                  </a:cubicBezTo>
                  <a:cubicBezTo>
                    <a:pt x="103915" y="206061"/>
                    <a:pt x="135993" y="175400"/>
                    <a:pt x="135993" y="109569"/>
                  </a:cubicBezTo>
                  <a:cubicBezTo>
                    <a:pt x="135993" y="55010"/>
                    <a:pt x="109789" y="22094"/>
                    <a:pt x="55572" y="22094"/>
                  </a:cubicBezTo>
                  <a:cubicBezTo>
                    <a:pt x="1355" y="22094"/>
                    <a:pt x="34337" y="22996"/>
                    <a:pt x="28012" y="24349"/>
                  </a:cubicBezTo>
                  <a:lnTo>
                    <a:pt x="28012" y="20470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F97AE98B-0432-61E8-14C1-995DD0290358}"/>
                </a:ext>
              </a:extLst>
            </p:cNvPr>
            <p:cNvSpPr/>
            <p:nvPr/>
          </p:nvSpPr>
          <p:spPr>
            <a:xfrm>
              <a:off x="34376327" y="11787036"/>
              <a:ext cx="172137" cy="226351"/>
            </a:xfrm>
            <a:custGeom>
              <a:avLst/>
              <a:gdLst>
                <a:gd name="csX0" fmla="*/ 49699 w 172137"/>
                <a:gd name="csY0" fmla="*/ 156011 h 226351"/>
                <a:gd name="csX1" fmla="*/ 28916 w 172137"/>
                <a:gd name="csY1" fmla="*/ 226352 h 226351"/>
                <a:gd name="csX2" fmla="*/ 0 w 172137"/>
                <a:gd name="csY2" fmla="*/ 226352 h 226351"/>
                <a:gd name="csX3" fmla="*/ 69578 w 172137"/>
                <a:gd name="csY3" fmla="*/ 0 h 226351"/>
                <a:gd name="csX4" fmla="*/ 103012 w 172137"/>
                <a:gd name="csY4" fmla="*/ 0 h 226351"/>
                <a:gd name="csX5" fmla="*/ 172138 w 172137"/>
                <a:gd name="csY5" fmla="*/ 226352 h 226351"/>
                <a:gd name="csX6" fmla="*/ 142771 w 172137"/>
                <a:gd name="csY6" fmla="*/ 226352 h 226351"/>
                <a:gd name="csX7" fmla="*/ 121084 w 172137"/>
                <a:gd name="csY7" fmla="*/ 156011 h 226351"/>
                <a:gd name="csX8" fmla="*/ 49699 w 172137"/>
                <a:gd name="csY8" fmla="*/ 156011 h 226351"/>
                <a:gd name="csX9" fmla="*/ 115662 w 172137"/>
                <a:gd name="csY9" fmla="*/ 133917 h 226351"/>
                <a:gd name="csX10" fmla="*/ 96234 w 172137"/>
                <a:gd name="csY10" fmla="*/ 71242 h 226351"/>
                <a:gd name="csX11" fmla="*/ 85391 w 172137"/>
                <a:gd name="csY11" fmla="*/ 27054 h 226351"/>
                <a:gd name="csX12" fmla="*/ 84488 w 172137"/>
                <a:gd name="csY12" fmla="*/ 27054 h 226351"/>
                <a:gd name="csX13" fmla="*/ 74096 w 172137"/>
                <a:gd name="csY13" fmla="*/ 70791 h 226351"/>
                <a:gd name="csX14" fmla="*/ 55120 w 172137"/>
                <a:gd name="csY14" fmla="*/ 133917 h 226351"/>
                <a:gd name="csX15" fmla="*/ 116114 w 172137"/>
                <a:gd name="csY15" fmla="*/ 133917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2137" h="226351">
                  <a:moveTo>
                    <a:pt x="49699" y="156011"/>
                  </a:moveTo>
                  <a:lnTo>
                    <a:pt x="28916" y="226352"/>
                  </a:lnTo>
                  <a:lnTo>
                    <a:pt x="0" y="226352"/>
                  </a:lnTo>
                  <a:lnTo>
                    <a:pt x="69578" y="0"/>
                  </a:lnTo>
                  <a:lnTo>
                    <a:pt x="103012" y="0"/>
                  </a:lnTo>
                  <a:lnTo>
                    <a:pt x="172138" y="226352"/>
                  </a:lnTo>
                  <a:lnTo>
                    <a:pt x="142771" y="226352"/>
                  </a:lnTo>
                  <a:lnTo>
                    <a:pt x="121084" y="156011"/>
                  </a:lnTo>
                  <a:lnTo>
                    <a:pt x="49699" y="156011"/>
                  </a:lnTo>
                  <a:close/>
                  <a:moveTo>
                    <a:pt x="115662" y="133917"/>
                  </a:moveTo>
                  <a:lnTo>
                    <a:pt x="96234" y="71242"/>
                  </a:lnTo>
                  <a:cubicBezTo>
                    <a:pt x="91716" y="56362"/>
                    <a:pt x="88554" y="41032"/>
                    <a:pt x="85391" y="27054"/>
                  </a:cubicBezTo>
                  <a:lnTo>
                    <a:pt x="84488" y="27054"/>
                  </a:lnTo>
                  <a:cubicBezTo>
                    <a:pt x="81325" y="41483"/>
                    <a:pt x="78162" y="56813"/>
                    <a:pt x="74096" y="70791"/>
                  </a:cubicBezTo>
                  <a:lnTo>
                    <a:pt x="55120" y="133917"/>
                  </a:lnTo>
                  <a:lnTo>
                    <a:pt x="116114" y="133917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B71793B1-60CE-C6A0-10DC-AEA56FA84802}"/>
                </a:ext>
              </a:extLst>
            </p:cNvPr>
            <p:cNvSpPr/>
            <p:nvPr/>
          </p:nvSpPr>
          <p:spPr>
            <a:xfrm>
              <a:off x="34572862" y="11785684"/>
              <a:ext cx="136896" cy="227704"/>
            </a:xfrm>
            <a:custGeom>
              <a:avLst/>
              <a:gdLst>
                <a:gd name="csX0" fmla="*/ 452 w 136896"/>
                <a:gd name="csY0" fmla="*/ 4509 h 227704"/>
                <a:gd name="csX1" fmla="*/ 51054 w 136896"/>
                <a:gd name="csY1" fmla="*/ 0 h 227704"/>
                <a:gd name="csX2" fmla="*/ 112048 w 136896"/>
                <a:gd name="csY2" fmla="*/ 17585 h 227704"/>
                <a:gd name="csX3" fmla="*/ 129216 w 136896"/>
                <a:gd name="csY3" fmla="*/ 60871 h 227704"/>
                <a:gd name="csX4" fmla="*/ 88554 w 136896"/>
                <a:gd name="csY4" fmla="*/ 119037 h 227704"/>
                <a:gd name="csX5" fmla="*/ 88554 w 136896"/>
                <a:gd name="csY5" fmla="*/ 119037 h 227704"/>
                <a:gd name="csX6" fmla="*/ 120632 w 136896"/>
                <a:gd name="csY6" fmla="*/ 166833 h 227704"/>
                <a:gd name="csX7" fmla="*/ 136897 w 136896"/>
                <a:gd name="csY7" fmla="*/ 227704 h 227704"/>
                <a:gd name="csX8" fmla="*/ 107982 w 136896"/>
                <a:gd name="csY8" fmla="*/ 227704 h 227704"/>
                <a:gd name="csX9" fmla="*/ 93975 w 136896"/>
                <a:gd name="csY9" fmla="*/ 173145 h 227704"/>
                <a:gd name="csX10" fmla="*/ 51054 w 136896"/>
                <a:gd name="csY10" fmla="*/ 129408 h 227704"/>
                <a:gd name="csX11" fmla="*/ 28464 w 136896"/>
                <a:gd name="csY11" fmla="*/ 129408 h 227704"/>
                <a:gd name="csX12" fmla="*/ 28464 w 136896"/>
                <a:gd name="csY12" fmla="*/ 227704 h 227704"/>
                <a:gd name="csX13" fmla="*/ 0 w 136896"/>
                <a:gd name="csY13" fmla="*/ 227704 h 227704"/>
                <a:gd name="csX14" fmla="*/ 0 w 136896"/>
                <a:gd name="csY14" fmla="*/ 4509 h 227704"/>
                <a:gd name="csX15" fmla="*/ 28464 w 136896"/>
                <a:gd name="csY15" fmla="*/ 107765 h 227704"/>
                <a:gd name="csX16" fmla="*/ 52861 w 136896"/>
                <a:gd name="csY16" fmla="*/ 107765 h 227704"/>
                <a:gd name="csX17" fmla="*/ 101204 w 136896"/>
                <a:gd name="csY17" fmla="*/ 64028 h 227704"/>
                <a:gd name="csX18" fmla="*/ 53313 w 136896"/>
                <a:gd name="csY18" fmla="*/ 21643 h 227704"/>
                <a:gd name="csX19" fmla="*/ 28916 w 136896"/>
                <a:gd name="csY19" fmla="*/ 23898 h 227704"/>
                <a:gd name="csX20" fmla="*/ 28916 w 136896"/>
                <a:gd name="csY20" fmla="*/ 107314 h 22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36896" h="227704">
                  <a:moveTo>
                    <a:pt x="452" y="4509"/>
                  </a:moveTo>
                  <a:cubicBezTo>
                    <a:pt x="14458" y="1353"/>
                    <a:pt x="32982" y="0"/>
                    <a:pt x="51054" y="0"/>
                  </a:cubicBezTo>
                  <a:cubicBezTo>
                    <a:pt x="79518" y="0"/>
                    <a:pt x="98945" y="5862"/>
                    <a:pt x="112048" y="17585"/>
                  </a:cubicBezTo>
                  <a:cubicBezTo>
                    <a:pt x="123343" y="27956"/>
                    <a:pt x="129216" y="43286"/>
                    <a:pt x="129216" y="60871"/>
                  </a:cubicBezTo>
                  <a:cubicBezTo>
                    <a:pt x="129216" y="90180"/>
                    <a:pt x="112048" y="110019"/>
                    <a:pt x="88554" y="119037"/>
                  </a:cubicBezTo>
                  <a:lnTo>
                    <a:pt x="88554" y="119037"/>
                  </a:lnTo>
                  <a:cubicBezTo>
                    <a:pt x="105723" y="125350"/>
                    <a:pt x="115662" y="141582"/>
                    <a:pt x="120632" y="166833"/>
                  </a:cubicBezTo>
                  <a:cubicBezTo>
                    <a:pt x="127409" y="198396"/>
                    <a:pt x="132379" y="219137"/>
                    <a:pt x="136897" y="227704"/>
                  </a:cubicBezTo>
                  <a:lnTo>
                    <a:pt x="107982" y="227704"/>
                  </a:lnTo>
                  <a:cubicBezTo>
                    <a:pt x="104367" y="220941"/>
                    <a:pt x="99397" y="201101"/>
                    <a:pt x="93975" y="173145"/>
                  </a:cubicBezTo>
                  <a:cubicBezTo>
                    <a:pt x="87650" y="142033"/>
                    <a:pt x="76355" y="130310"/>
                    <a:pt x="51054" y="129408"/>
                  </a:cubicBezTo>
                  <a:lnTo>
                    <a:pt x="28464" y="129408"/>
                  </a:lnTo>
                  <a:lnTo>
                    <a:pt x="28464" y="227704"/>
                  </a:lnTo>
                  <a:lnTo>
                    <a:pt x="0" y="227704"/>
                  </a:lnTo>
                  <a:lnTo>
                    <a:pt x="0" y="4509"/>
                  </a:lnTo>
                  <a:close/>
                  <a:moveTo>
                    <a:pt x="28464" y="107765"/>
                  </a:moveTo>
                  <a:lnTo>
                    <a:pt x="52861" y="107765"/>
                  </a:lnTo>
                  <a:cubicBezTo>
                    <a:pt x="82229" y="107765"/>
                    <a:pt x="101204" y="90180"/>
                    <a:pt x="101204" y="64028"/>
                  </a:cubicBezTo>
                  <a:cubicBezTo>
                    <a:pt x="101204" y="37876"/>
                    <a:pt x="83132" y="21643"/>
                    <a:pt x="53313" y="21643"/>
                  </a:cubicBezTo>
                  <a:cubicBezTo>
                    <a:pt x="23494" y="21643"/>
                    <a:pt x="32982" y="22545"/>
                    <a:pt x="28916" y="23898"/>
                  </a:cubicBezTo>
                  <a:lnTo>
                    <a:pt x="28916" y="107314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901FAB6-66C4-3660-DC84-BA74B9358157}"/>
                </a:ext>
              </a:extLst>
            </p:cNvPr>
            <p:cNvSpPr/>
            <p:nvPr/>
          </p:nvSpPr>
          <p:spPr>
            <a:xfrm>
              <a:off x="34734157" y="11787036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9E60CAC2-A610-53EB-600D-1F9FAA355AE5}"/>
                </a:ext>
              </a:extLst>
            </p:cNvPr>
            <p:cNvSpPr/>
            <p:nvPr/>
          </p:nvSpPr>
          <p:spPr>
            <a:xfrm>
              <a:off x="34804638" y="11787036"/>
              <a:ext cx="116113" cy="226351"/>
            </a:xfrm>
            <a:custGeom>
              <a:avLst/>
              <a:gdLst>
                <a:gd name="csX0" fmla="*/ 106174 w 116113"/>
                <a:gd name="csY0" fmla="*/ 119939 h 226351"/>
                <a:gd name="csX1" fmla="*/ 28012 w 116113"/>
                <a:gd name="csY1" fmla="*/ 119939 h 226351"/>
                <a:gd name="csX2" fmla="*/ 28012 w 116113"/>
                <a:gd name="csY2" fmla="*/ 202454 h 226351"/>
                <a:gd name="csX3" fmla="*/ 116114 w 116113"/>
                <a:gd name="csY3" fmla="*/ 202454 h 226351"/>
                <a:gd name="csX4" fmla="*/ 116114 w 116113"/>
                <a:gd name="csY4" fmla="*/ 226352 h 226351"/>
                <a:gd name="csX5" fmla="*/ 0 w 116113"/>
                <a:gd name="csY5" fmla="*/ 226352 h 226351"/>
                <a:gd name="csX6" fmla="*/ 0 w 116113"/>
                <a:gd name="csY6" fmla="*/ 0 h 226351"/>
                <a:gd name="csX7" fmla="*/ 111596 w 116113"/>
                <a:gd name="csY7" fmla="*/ 0 h 226351"/>
                <a:gd name="csX8" fmla="*/ 111596 w 116113"/>
                <a:gd name="csY8" fmla="*/ 23898 h 226351"/>
                <a:gd name="csX9" fmla="*/ 28012 w 116113"/>
                <a:gd name="csY9" fmla="*/ 23898 h 226351"/>
                <a:gd name="csX10" fmla="*/ 28012 w 116113"/>
                <a:gd name="csY10" fmla="*/ 96493 h 226351"/>
                <a:gd name="csX11" fmla="*/ 106174 w 116113"/>
                <a:gd name="csY11" fmla="*/ 96493 h 226351"/>
                <a:gd name="csX12" fmla="*/ 106174 w 116113"/>
                <a:gd name="csY12" fmla="*/ 119939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6113" h="226351">
                  <a:moveTo>
                    <a:pt x="106174" y="119939"/>
                  </a:moveTo>
                  <a:lnTo>
                    <a:pt x="28012" y="119939"/>
                  </a:lnTo>
                  <a:lnTo>
                    <a:pt x="28012" y="202454"/>
                  </a:lnTo>
                  <a:lnTo>
                    <a:pt x="116114" y="202454"/>
                  </a:lnTo>
                  <a:lnTo>
                    <a:pt x="11611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111596" y="0"/>
                  </a:lnTo>
                  <a:lnTo>
                    <a:pt x="111596" y="23898"/>
                  </a:lnTo>
                  <a:lnTo>
                    <a:pt x="28012" y="23898"/>
                  </a:lnTo>
                  <a:lnTo>
                    <a:pt x="28012" y="96493"/>
                  </a:lnTo>
                  <a:lnTo>
                    <a:pt x="106174" y="96493"/>
                  </a:lnTo>
                  <a:lnTo>
                    <a:pt x="106174" y="11993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081D5A9D-2690-5B86-E3BF-C13EC1832B49}"/>
                </a:ext>
              </a:extLst>
            </p:cNvPr>
            <p:cNvSpPr/>
            <p:nvPr/>
          </p:nvSpPr>
          <p:spPr>
            <a:xfrm>
              <a:off x="34937469" y="11784331"/>
              <a:ext cx="126505" cy="231762"/>
            </a:xfrm>
            <a:custGeom>
              <a:avLst/>
              <a:gdLst>
                <a:gd name="csX0" fmla="*/ 7229 w 126505"/>
                <a:gd name="csY0" fmla="*/ 195240 h 231762"/>
                <a:gd name="csX1" fmla="*/ 53765 w 126505"/>
                <a:gd name="csY1" fmla="*/ 208316 h 231762"/>
                <a:gd name="csX2" fmla="*/ 98493 w 126505"/>
                <a:gd name="csY2" fmla="*/ 169538 h 231762"/>
                <a:gd name="csX3" fmla="*/ 59638 w 126505"/>
                <a:gd name="csY3" fmla="*/ 124448 h 231762"/>
                <a:gd name="csX4" fmla="*/ 4970 w 126505"/>
                <a:gd name="csY4" fmla="*/ 60871 h 231762"/>
                <a:gd name="csX5" fmla="*/ 74096 w 126505"/>
                <a:gd name="csY5" fmla="*/ 0 h 231762"/>
                <a:gd name="csX6" fmla="*/ 118373 w 126505"/>
                <a:gd name="csY6" fmla="*/ 9920 h 231762"/>
                <a:gd name="csX7" fmla="*/ 111144 w 126505"/>
                <a:gd name="csY7" fmla="*/ 33367 h 231762"/>
                <a:gd name="csX8" fmla="*/ 73192 w 126505"/>
                <a:gd name="csY8" fmla="*/ 23447 h 231762"/>
                <a:gd name="csX9" fmla="*/ 32982 w 126505"/>
                <a:gd name="csY9" fmla="*/ 56813 h 231762"/>
                <a:gd name="csX10" fmla="*/ 74548 w 126505"/>
                <a:gd name="csY10" fmla="*/ 101002 h 231762"/>
                <a:gd name="csX11" fmla="*/ 126505 w 126505"/>
                <a:gd name="csY11" fmla="*/ 167284 h 231762"/>
                <a:gd name="csX12" fmla="*/ 51958 w 126505"/>
                <a:gd name="csY12" fmla="*/ 231762 h 231762"/>
                <a:gd name="csX13" fmla="*/ 0 w 126505"/>
                <a:gd name="csY13" fmla="*/ 218686 h 231762"/>
                <a:gd name="csX14" fmla="*/ 7229 w 126505"/>
                <a:gd name="csY14" fmla="*/ 194789 h 231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6505" h="231762">
                  <a:moveTo>
                    <a:pt x="7229" y="195240"/>
                  </a:moveTo>
                  <a:cubicBezTo>
                    <a:pt x="18524" y="202454"/>
                    <a:pt x="36144" y="208316"/>
                    <a:pt x="53765" y="208316"/>
                  </a:cubicBezTo>
                  <a:cubicBezTo>
                    <a:pt x="82229" y="208316"/>
                    <a:pt x="98493" y="192985"/>
                    <a:pt x="98493" y="169538"/>
                  </a:cubicBezTo>
                  <a:cubicBezTo>
                    <a:pt x="98493" y="146091"/>
                    <a:pt x="85843" y="136172"/>
                    <a:pt x="59638" y="124448"/>
                  </a:cubicBezTo>
                  <a:cubicBezTo>
                    <a:pt x="28012" y="111823"/>
                    <a:pt x="4970" y="91533"/>
                    <a:pt x="4970" y="60871"/>
                  </a:cubicBezTo>
                  <a:cubicBezTo>
                    <a:pt x="4970" y="30210"/>
                    <a:pt x="32530" y="0"/>
                    <a:pt x="74096" y="0"/>
                  </a:cubicBezTo>
                  <a:cubicBezTo>
                    <a:pt x="115662" y="0"/>
                    <a:pt x="110241" y="4960"/>
                    <a:pt x="118373" y="9920"/>
                  </a:cubicBezTo>
                  <a:lnTo>
                    <a:pt x="111144" y="33367"/>
                  </a:lnTo>
                  <a:cubicBezTo>
                    <a:pt x="104367" y="29308"/>
                    <a:pt x="90813" y="23447"/>
                    <a:pt x="73192" y="23447"/>
                  </a:cubicBezTo>
                  <a:cubicBezTo>
                    <a:pt x="44729" y="23447"/>
                    <a:pt x="32982" y="41032"/>
                    <a:pt x="32982" y="56813"/>
                  </a:cubicBezTo>
                  <a:cubicBezTo>
                    <a:pt x="32982" y="72595"/>
                    <a:pt x="46084" y="88376"/>
                    <a:pt x="74548" y="101002"/>
                  </a:cubicBezTo>
                  <a:cubicBezTo>
                    <a:pt x="109337" y="117234"/>
                    <a:pt x="126505" y="136623"/>
                    <a:pt x="126505" y="167284"/>
                  </a:cubicBezTo>
                  <a:cubicBezTo>
                    <a:pt x="126505" y="197945"/>
                    <a:pt x="100752" y="231762"/>
                    <a:pt x="51958" y="231762"/>
                  </a:cubicBezTo>
                  <a:cubicBezTo>
                    <a:pt x="3163" y="231762"/>
                    <a:pt x="10391" y="225901"/>
                    <a:pt x="0" y="218686"/>
                  </a:cubicBezTo>
                  <a:lnTo>
                    <a:pt x="7229" y="19478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C4ECA3F-94AB-D453-AE87-79F4C54AAC36}"/>
                </a:ext>
              </a:extLst>
            </p:cNvPr>
            <p:cNvSpPr/>
            <p:nvPr/>
          </p:nvSpPr>
          <p:spPr>
            <a:xfrm>
              <a:off x="32973924" y="12194199"/>
              <a:ext cx="143222" cy="169087"/>
            </a:xfrm>
            <a:custGeom>
              <a:avLst/>
              <a:gdLst>
                <a:gd name="csX0" fmla="*/ 70482 w 143222"/>
                <a:gd name="csY0" fmla="*/ 169087 h 169087"/>
                <a:gd name="csX1" fmla="*/ 0 w 143222"/>
                <a:gd name="csY1" fmla="*/ 85671 h 169087"/>
                <a:gd name="csX2" fmla="*/ 72741 w 143222"/>
                <a:gd name="csY2" fmla="*/ 0 h 169087"/>
                <a:gd name="csX3" fmla="*/ 143222 w 143222"/>
                <a:gd name="csY3" fmla="*/ 83416 h 169087"/>
                <a:gd name="csX4" fmla="*/ 70482 w 143222"/>
                <a:gd name="csY4" fmla="*/ 169087 h 169087"/>
                <a:gd name="csX5" fmla="*/ 70482 w 143222"/>
                <a:gd name="csY5" fmla="*/ 169087 h 169087"/>
                <a:gd name="csX6" fmla="*/ 71837 w 143222"/>
                <a:gd name="csY6" fmla="*/ 147444 h 169087"/>
                <a:gd name="csX7" fmla="*/ 114758 w 143222"/>
                <a:gd name="csY7" fmla="*/ 83867 h 169087"/>
                <a:gd name="csX8" fmla="*/ 71837 w 143222"/>
                <a:gd name="csY8" fmla="*/ 21192 h 169087"/>
                <a:gd name="csX9" fmla="*/ 28915 w 143222"/>
                <a:gd name="csY9" fmla="*/ 84769 h 169087"/>
                <a:gd name="csX10" fmla="*/ 71837 w 143222"/>
                <a:gd name="csY10" fmla="*/ 147444 h 169087"/>
                <a:gd name="csX11" fmla="*/ 71837 w 143222"/>
                <a:gd name="csY11" fmla="*/ 147444 h 169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3222" h="169087">
                  <a:moveTo>
                    <a:pt x="70482" y="169087"/>
                  </a:moveTo>
                  <a:cubicBezTo>
                    <a:pt x="30723" y="169087"/>
                    <a:pt x="0" y="138877"/>
                    <a:pt x="0" y="85671"/>
                  </a:cubicBezTo>
                  <a:cubicBezTo>
                    <a:pt x="0" y="32465"/>
                    <a:pt x="32982" y="0"/>
                    <a:pt x="72741" y="0"/>
                  </a:cubicBezTo>
                  <a:cubicBezTo>
                    <a:pt x="112499" y="0"/>
                    <a:pt x="143222" y="31563"/>
                    <a:pt x="143222" y="83416"/>
                  </a:cubicBezTo>
                  <a:cubicBezTo>
                    <a:pt x="143222" y="135270"/>
                    <a:pt x="105271" y="169087"/>
                    <a:pt x="70482" y="169087"/>
                  </a:cubicBezTo>
                  <a:lnTo>
                    <a:pt x="70482" y="169087"/>
                  </a:lnTo>
                  <a:close/>
                  <a:moveTo>
                    <a:pt x="71837" y="147444"/>
                  </a:moveTo>
                  <a:cubicBezTo>
                    <a:pt x="98494" y="147444"/>
                    <a:pt x="114758" y="117685"/>
                    <a:pt x="114758" y="83867"/>
                  </a:cubicBezTo>
                  <a:cubicBezTo>
                    <a:pt x="114758" y="50050"/>
                    <a:pt x="103463" y="21192"/>
                    <a:pt x="71837" y="21192"/>
                  </a:cubicBezTo>
                  <a:cubicBezTo>
                    <a:pt x="40211" y="21192"/>
                    <a:pt x="28915" y="55461"/>
                    <a:pt x="28915" y="84769"/>
                  </a:cubicBezTo>
                  <a:cubicBezTo>
                    <a:pt x="28915" y="114078"/>
                    <a:pt x="44729" y="147444"/>
                    <a:pt x="71837" y="147444"/>
                  </a:cubicBezTo>
                  <a:lnTo>
                    <a:pt x="71837" y="147444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C6E37E8-D908-EF62-8DF9-A90B0238D332}"/>
                </a:ext>
              </a:extLst>
            </p:cNvPr>
            <p:cNvSpPr/>
            <p:nvPr/>
          </p:nvSpPr>
          <p:spPr>
            <a:xfrm>
              <a:off x="33126634" y="12118898"/>
              <a:ext cx="101204" cy="240780"/>
            </a:xfrm>
            <a:custGeom>
              <a:avLst/>
              <a:gdLst>
                <a:gd name="csX0" fmla="*/ 22138 w 101204"/>
                <a:gd name="csY0" fmla="*/ 240780 h 240780"/>
                <a:gd name="csX1" fmla="*/ 22138 w 101204"/>
                <a:gd name="csY1" fmla="*/ 99649 h 240780"/>
                <a:gd name="csX2" fmla="*/ 0 w 101204"/>
                <a:gd name="csY2" fmla="*/ 99649 h 240780"/>
                <a:gd name="csX3" fmla="*/ 0 w 101204"/>
                <a:gd name="csY3" fmla="*/ 78006 h 240780"/>
                <a:gd name="csX4" fmla="*/ 22138 w 101204"/>
                <a:gd name="csY4" fmla="*/ 78006 h 240780"/>
                <a:gd name="csX5" fmla="*/ 22138 w 101204"/>
                <a:gd name="csY5" fmla="*/ 69439 h 240780"/>
                <a:gd name="csX6" fmla="*/ 39759 w 101204"/>
                <a:gd name="csY6" fmla="*/ 14880 h 240780"/>
                <a:gd name="csX7" fmla="*/ 77259 w 101204"/>
                <a:gd name="csY7" fmla="*/ 0 h 240780"/>
                <a:gd name="csX8" fmla="*/ 101204 w 101204"/>
                <a:gd name="csY8" fmla="*/ 4509 h 240780"/>
                <a:gd name="csX9" fmla="*/ 97138 w 101204"/>
                <a:gd name="csY9" fmla="*/ 26603 h 240780"/>
                <a:gd name="csX10" fmla="*/ 79518 w 101204"/>
                <a:gd name="csY10" fmla="*/ 23447 h 240780"/>
                <a:gd name="csX11" fmla="*/ 50602 w 101204"/>
                <a:gd name="csY11" fmla="*/ 68537 h 240780"/>
                <a:gd name="csX12" fmla="*/ 50602 w 101204"/>
                <a:gd name="csY12" fmla="*/ 77555 h 240780"/>
                <a:gd name="csX13" fmla="*/ 86746 w 101204"/>
                <a:gd name="csY13" fmla="*/ 77555 h 240780"/>
                <a:gd name="csX14" fmla="*/ 86746 w 101204"/>
                <a:gd name="csY14" fmla="*/ 99198 h 240780"/>
                <a:gd name="csX15" fmla="*/ 50602 w 101204"/>
                <a:gd name="csY15" fmla="*/ 99198 h 240780"/>
                <a:gd name="csX16" fmla="*/ 50602 w 101204"/>
                <a:gd name="csY16" fmla="*/ 240329 h 240780"/>
                <a:gd name="csX17" fmla="*/ 22138 w 101204"/>
                <a:gd name="csY17" fmla="*/ 240329 h 240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1204" h="240780">
                  <a:moveTo>
                    <a:pt x="22138" y="240780"/>
                  </a:moveTo>
                  <a:lnTo>
                    <a:pt x="22138" y="99649"/>
                  </a:lnTo>
                  <a:lnTo>
                    <a:pt x="0" y="99649"/>
                  </a:lnTo>
                  <a:lnTo>
                    <a:pt x="0" y="78006"/>
                  </a:lnTo>
                  <a:lnTo>
                    <a:pt x="22138" y="78006"/>
                  </a:lnTo>
                  <a:lnTo>
                    <a:pt x="22138" y="69439"/>
                  </a:lnTo>
                  <a:cubicBezTo>
                    <a:pt x="22138" y="48246"/>
                    <a:pt x="26656" y="27956"/>
                    <a:pt x="39759" y="14880"/>
                  </a:cubicBezTo>
                  <a:cubicBezTo>
                    <a:pt x="50150" y="4058"/>
                    <a:pt x="64608" y="0"/>
                    <a:pt x="77259" y="0"/>
                  </a:cubicBezTo>
                  <a:cubicBezTo>
                    <a:pt x="89909" y="0"/>
                    <a:pt x="95783" y="1804"/>
                    <a:pt x="101204" y="4509"/>
                  </a:cubicBezTo>
                  <a:lnTo>
                    <a:pt x="97138" y="26603"/>
                  </a:lnTo>
                  <a:cubicBezTo>
                    <a:pt x="93072" y="24799"/>
                    <a:pt x="87650" y="23447"/>
                    <a:pt x="79518" y="23447"/>
                  </a:cubicBezTo>
                  <a:cubicBezTo>
                    <a:pt x="56476" y="23447"/>
                    <a:pt x="50602" y="45090"/>
                    <a:pt x="50602" y="68537"/>
                  </a:cubicBezTo>
                  <a:lnTo>
                    <a:pt x="50602" y="77555"/>
                  </a:lnTo>
                  <a:lnTo>
                    <a:pt x="86746" y="77555"/>
                  </a:lnTo>
                  <a:lnTo>
                    <a:pt x="86746" y="99198"/>
                  </a:lnTo>
                  <a:lnTo>
                    <a:pt x="50602" y="99198"/>
                  </a:lnTo>
                  <a:lnTo>
                    <a:pt x="50602" y="240329"/>
                  </a:lnTo>
                  <a:lnTo>
                    <a:pt x="22138" y="24032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F924FBDA-186B-39F3-98F9-A528850A2749}"/>
                </a:ext>
              </a:extLst>
            </p:cNvPr>
            <p:cNvSpPr/>
            <p:nvPr/>
          </p:nvSpPr>
          <p:spPr>
            <a:xfrm>
              <a:off x="33290640" y="12131975"/>
              <a:ext cx="129216" cy="227704"/>
            </a:xfrm>
            <a:custGeom>
              <a:avLst/>
              <a:gdLst>
                <a:gd name="csX0" fmla="*/ 0 w 129216"/>
                <a:gd name="csY0" fmla="*/ 4509 h 227704"/>
                <a:gd name="csX1" fmla="*/ 50602 w 129216"/>
                <a:gd name="csY1" fmla="*/ 0 h 227704"/>
                <a:gd name="csX2" fmla="*/ 110240 w 129216"/>
                <a:gd name="csY2" fmla="*/ 18036 h 227704"/>
                <a:gd name="csX3" fmla="*/ 129216 w 129216"/>
                <a:gd name="csY3" fmla="*/ 65380 h 227704"/>
                <a:gd name="csX4" fmla="*/ 112951 w 129216"/>
                <a:gd name="csY4" fmla="*/ 113176 h 227704"/>
                <a:gd name="csX5" fmla="*/ 48343 w 129216"/>
                <a:gd name="csY5" fmla="*/ 138426 h 227704"/>
                <a:gd name="csX6" fmla="*/ 28464 w 129216"/>
                <a:gd name="csY6" fmla="*/ 136623 h 227704"/>
                <a:gd name="csX7" fmla="*/ 28464 w 129216"/>
                <a:gd name="csY7" fmla="*/ 227704 h 227704"/>
                <a:gd name="csX8" fmla="*/ 0 w 129216"/>
                <a:gd name="csY8" fmla="*/ 227704 h 227704"/>
                <a:gd name="csX9" fmla="*/ 0 w 129216"/>
                <a:gd name="csY9" fmla="*/ 4058 h 227704"/>
                <a:gd name="csX10" fmla="*/ 28464 w 129216"/>
                <a:gd name="csY10" fmla="*/ 113627 h 227704"/>
                <a:gd name="csX11" fmla="*/ 48795 w 129216"/>
                <a:gd name="csY11" fmla="*/ 115430 h 227704"/>
                <a:gd name="csX12" fmla="*/ 101204 w 129216"/>
                <a:gd name="csY12" fmla="*/ 67184 h 227704"/>
                <a:gd name="csX13" fmla="*/ 51958 w 129216"/>
                <a:gd name="csY13" fmla="*/ 22545 h 227704"/>
                <a:gd name="csX14" fmla="*/ 28464 w 129216"/>
                <a:gd name="csY14" fmla="*/ 24349 h 227704"/>
                <a:gd name="csX15" fmla="*/ 28464 w 129216"/>
                <a:gd name="csY15" fmla="*/ 113176 h 22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9216" h="227704">
                  <a:moveTo>
                    <a:pt x="0" y="4509"/>
                  </a:moveTo>
                  <a:cubicBezTo>
                    <a:pt x="13102" y="2254"/>
                    <a:pt x="29367" y="0"/>
                    <a:pt x="50602" y="0"/>
                  </a:cubicBezTo>
                  <a:cubicBezTo>
                    <a:pt x="71837" y="0"/>
                    <a:pt x="97138" y="5862"/>
                    <a:pt x="110240" y="18036"/>
                  </a:cubicBezTo>
                  <a:cubicBezTo>
                    <a:pt x="121987" y="28858"/>
                    <a:pt x="129216" y="45090"/>
                    <a:pt x="129216" y="65380"/>
                  </a:cubicBezTo>
                  <a:cubicBezTo>
                    <a:pt x="129216" y="85671"/>
                    <a:pt x="123343" y="101452"/>
                    <a:pt x="112951" y="113176"/>
                  </a:cubicBezTo>
                  <a:cubicBezTo>
                    <a:pt x="98493" y="129859"/>
                    <a:pt x="74548" y="138426"/>
                    <a:pt x="48343" y="138426"/>
                  </a:cubicBezTo>
                  <a:cubicBezTo>
                    <a:pt x="22138" y="138426"/>
                    <a:pt x="34337" y="138426"/>
                    <a:pt x="28464" y="136623"/>
                  </a:cubicBezTo>
                  <a:lnTo>
                    <a:pt x="28464" y="227704"/>
                  </a:lnTo>
                  <a:lnTo>
                    <a:pt x="0" y="227704"/>
                  </a:lnTo>
                  <a:lnTo>
                    <a:pt x="0" y="4058"/>
                  </a:lnTo>
                  <a:close/>
                  <a:moveTo>
                    <a:pt x="28464" y="113627"/>
                  </a:moveTo>
                  <a:cubicBezTo>
                    <a:pt x="33885" y="115430"/>
                    <a:pt x="40662" y="115430"/>
                    <a:pt x="48795" y="115430"/>
                  </a:cubicBezTo>
                  <a:cubicBezTo>
                    <a:pt x="80873" y="115430"/>
                    <a:pt x="101204" y="98296"/>
                    <a:pt x="101204" y="67184"/>
                  </a:cubicBezTo>
                  <a:cubicBezTo>
                    <a:pt x="101204" y="36072"/>
                    <a:pt x="83584" y="22545"/>
                    <a:pt x="51958" y="22545"/>
                  </a:cubicBezTo>
                  <a:cubicBezTo>
                    <a:pt x="20331" y="22545"/>
                    <a:pt x="32982" y="23447"/>
                    <a:pt x="28464" y="24349"/>
                  </a:cubicBezTo>
                  <a:lnTo>
                    <a:pt x="28464" y="113176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804C1FAD-D7B8-21DC-AEB2-315F565D90B5}"/>
                </a:ext>
              </a:extLst>
            </p:cNvPr>
            <p:cNvSpPr/>
            <p:nvPr/>
          </p:nvSpPr>
          <p:spPr>
            <a:xfrm>
              <a:off x="33437476" y="12130622"/>
              <a:ext cx="183432" cy="233115"/>
            </a:xfrm>
            <a:custGeom>
              <a:avLst/>
              <a:gdLst>
                <a:gd name="csX0" fmla="*/ 89909 w 183432"/>
                <a:gd name="csY0" fmla="*/ 232664 h 233115"/>
                <a:gd name="csX1" fmla="*/ 0 w 183432"/>
                <a:gd name="csY1" fmla="*/ 117685 h 233115"/>
                <a:gd name="csX2" fmla="*/ 93524 w 183432"/>
                <a:gd name="csY2" fmla="*/ 0 h 233115"/>
                <a:gd name="csX3" fmla="*/ 183433 w 183432"/>
                <a:gd name="csY3" fmla="*/ 114529 h 233115"/>
                <a:gd name="csX4" fmla="*/ 90813 w 183432"/>
                <a:gd name="csY4" fmla="*/ 233115 h 233115"/>
                <a:gd name="csX5" fmla="*/ 90813 w 183432"/>
                <a:gd name="csY5" fmla="*/ 233115 h 233115"/>
                <a:gd name="csX6" fmla="*/ 91716 w 183432"/>
                <a:gd name="csY6" fmla="*/ 209217 h 233115"/>
                <a:gd name="csX7" fmla="*/ 153614 w 183432"/>
                <a:gd name="csY7" fmla="*/ 115430 h 233115"/>
                <a:gd name="csX8" fmla="*/ 91716 w 183432"/>
                <a:gd name="csY8" fmla="*/ 23447 h 233115"/>
                <a:gd name="csX9" fmla="*/ 29367 w 183432"/>
                <a:gd name="csY9" fmla="*/ 117234 h 233115"/>
                <a:gd name="csX10" fmla="*/ 91265 w 183432"/>
                <a:gd name="csY10" fmla="*/ 209668 h 233115"/>
                <a:gd name="csX11" fmla="*/ 91265 w 183432"/>
                <a:gd name="csY11" fmla="*/ 209668 h 233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3432" h="233115">
                  <a:moveTo>
                    <a:pt x="89909" y="232664"/>
                  </a:moveTo>
                  <a:cubicBezTo>
                    <a:pt x="36596" y="232664"/>
                    <a:pt x="0" y="188025"/>
                    <a:pt x="0" y="117685"/>
                  </a:cubicBezTo>
                  <a:cubicBezTo>
                    <a:pt x="0" y="47344"/>
                    <a:pt x="38855" y="0"/>
                    <a:pt x="93524" y="0"/>
                  </a:cubicBezTo>
                  <a:cubicBezTo>
                    <a:pt x="148192" y="0"/>
                    <a:pt x="183433" y="45541"/>
                    <a:pt x="183433" y="114529"/>
                  </a:cubicBezTo>
                  <a:cubicBezTo>
                    <a:pt x="183433" y="183516"/>
                    <a:pt x="141867" y="233115"/>
                    <a:pt x="90813" y="233115"/>
                  </a:cubicBezTo>
                  <a:lnTo>
                    <a:pt x="90813" y="233115"/>
                  </a:lnTo>
                  <a:close/>
                  <a:moveTo>
                    <a:pt x="91716" y="209217"/>
                  </a:moveTo>
                  <a:cubicBezTo>
                    <a:pt x="133283" y="209217"/>
                    <a:pt x="153614" y="164578"/>
                    <a:pt x="153614" y="115430"/>
                  </a:cubicBezTo>
                  <a:cubicBezTo>
                    <a:pt x="153614" y="66282"/>
                    <a:pt x="134638" y="23447"/>
                    <a:pt x="91716" y="23447"/>
                  </a:cubicBezTo>
                  <a:cubicBezTo>
                    <a:pt x="48795" y="23447"/>
                    <a:pt x="29367" y="69889"/>
                    <a:pt x="29367" y="117234"/>
                  </a:cubicBezTo>
                  <a:cubicBezTo>
                    <a:pt x="29367" y="164578"/>
                    <a:pt x="50150" y="209668"/>
                    <a:pt x="91265" y="209668"/>
                  </a:cubicBezTo>
                  <a:lnTo>
                    <a:pt x="91265" y="20966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65520D33-BF0E-C056-3087-80FC065060A9}"/>
                </a:ext>
              </a:extLst>
            </p:cNvPr>
            <p:cNvSpPr/>
            <p:nvPr/>
          </p:nvSpPr>
          <p:spPr>
            <a:xfrm>
              <a:off x="33638530" y="12130622"/>
              <a:ext cx="126505" cy="231762"/>
            </a:xfrm>
            <a:custGeom>
              <a:avLst/>
              <a:gdLst>
                <a:gd name="csX0" fmla="*/ 7229 w 126505"/>
                <a:gd name="csY0" fmla="*/ 195240 h 231762"/>
                <a:gd name="csX1" fmla="*/ 53765 w 126505"/>
                <a:gd name="csY1" fmla="*/ 208316 h 231762"/>
                <a:gd name="csX2" fmla="*/ 98493 w 126505"/>
                <a:gd name="csY2" fmla="*/ 169538 h 231762"/>
                <a:gd name="csX3" fmla="*/ 59638 w 126505"/>
                <a:gd name="csY3" fmla="*/ 124448 h 231762"/>
                <a:gd name="csX4" fmla="*/ 4970 w 126505"/>
                <a:gd name="csY4" fmla="*/ 60871 h 231762"/>
                <a:gd name="csX5" fmla="*/ 74096 w 126505"/>
                <a:gd name="csY5" fmla="*/ 0 h 231762"/>
                <a:gd name="csX6" fmla="*/ 118373 w 126505"/>
                <a:gd name="csY6" fmla="*/ 9920 h 231762"/>
                <a:gd name="csX7" fmla="*/ 111144 w 126505"/>
                <a:gd name="csY7" fmla="*/ 33367 h 231762"/>
                <a:gd name="csX8" fmla="*/ 73192 w 126505"/>
                <a:gd name="csY8" fmla="*/ 23447 h 231762"/>
                <a:gd name="csX9" fmla="*/ 32982 w 126505"/>
                <a:gd name="csY9" fmla="*/ 56813 h 231762"/>
                <a:gd name="csX10" fmla="*/ 74548 w 126505"/>
                <a:gd name="csY10" fmla="*/ 101002 h 231762"/>
                <a:gd name="csX11" fmla="*/ 126505 w 126505"/>
                <a:gd name="csY11" fmla="*/ 167284 h 231762"/>
                <a:gd name="csX12" fmla="*/ 51958 w 126505"/>
                <a:gd name="csY12" fmla="*/ 231762 h 231762"/>
                <a:gd name="csX13" fmla="*/ 0 w 126505"/>
                <a:gd name="csY13" fmla="*/ 218686 h 231762"/>
                <a:gd name="csX14" fmla="*/ 7229 w 126505"/>
                <a:gd name="csY14" fmla="*/ 194789 h 231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6505" h="231762">
                  <a:moveTo>
                    <a:pt x="7229" y="195240"/>
                  </a:moveTo>
                  <a:cubicBezTo>
                    <a:pt x="18524" y="202454"/>
                    <a:pt x="36144" y="208316"/>
                    <a:pt x="53765" y="208316"/>
                  </a:cubicBezTo>
                  <a:cubicBezTo>
                    <a:pt x="82229" y="208316"/>
                    <a:pt x="98493" y="192985"/>
                    <a:pt x="98493" y="169538"/>
                  </a:cubicBezTo>
                  <a:cubicBezTo>
                    <a:pt x="98493" y="146091"/>
                    <a:pt x="85843" y="136172"/>
                    <a:pt x="59638" y="124448"/>
                  </a:cubicBezTo>
                  <a:cubicBezTo>
                    <a:pt x="28012" y="111823"/>
                    <a:pt x="4970" y="91533"/>
                    <a:pt x="4970" y="60871"/>
                  </a:cubicBezTo>
                  <a:cubicBezTo>
                    <a:pt x="4970" y="30210"/>
                    <a:pt x="32530" y="0"/>
                    <a:pt x="74096" y="0"/>
                  </a:cubicBezTo>
                  <a:cubicBezTo>
                    <a:pt x="115662" y="0"/>
                    <a:pt x="110241" y="4960"/>
                    <a:pt x="118373" y="9920"/>
                  </a:cubicBezTo>
                  <a:lnTo>
                    <a:pt x="111144" y="33367"/>
                  </a:lnTo>
                  <a:cubicBezTo>
                    <a:pt x="104367" y="29308"/>
                    <a:pt x="90813" y="23447"/>
                    <a:pt x="73192" y="23447"/>
                  </a:cubicBezTo>
                  <a:cubicBezTo>
                    <a:pt x="44729" y="23447"/>
                    <a:pt x="32982" y="41032"/>
                    <a:pt x="32982" y="56813"/>
                  </a:cubicBezTo>
                  <a:cubicBezTo>
                    <a:pt x="32982" y="72595"/>
                    <a:pt x="46084" y="88376"/>
                    <a:pt x="74548" y="101002"/>
                  </a:cubicBezTo>
                  <a:cubicBezTo>
                    <a:pt x="109337" y="117234"/>
                    <a:pt x="126505" y="136623"/>
                    <a:pt x="126505" y="167284"/>
                  </a:cubicBezTo>
                  <a:cubicBezTo>
                    <a:pt x="126505" y="197945"/>
                    <a:pt x="100752" y="231762"/>
                    <a:pt x="51958" y="231762"/>
                  </a:cubicBezTo>
                  <a:cubicBezTo>
                    <a:pt x="3163" y="231762"/>
                    <a:pt x="10391" y="225901"/>
                    <a:pt x="0" y="218686"/>
                  </a:cubicBezTo>
                  <a:lnTo>
                    <a:pt x="7229" y="19478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0B1E2B62-1100-6D00-C613-02D3143BAE2B}"/>
                </a:ext>
              </a:extLst>
            </p:cNvPr>
            <p:cNvSpPr/>
            <p:nvPr/>
          </p:nvSpPr>
          <p:spPr>
            <a:xfrm>
              <a:off x="33784011" y="12130622"/>
              <a:ext cx="126505" cy="231762"/>
            </a:xfrm>
            <a:custGeom>
              <a:avLst/>
              <a:gdLst>
                <a:gd name="csX0" fmla="*/ 7229 w 126505"/>
                <a:gd name="csY0" fmla="*/ 195240 h 231762"/>
                <a:gd name="csX1" fmla="*/ 53765 w 126505"/>
                <a:gd name="csY1" fmla="*/ 208316 h 231762"/>
                <a:gd name="csX2" fmla="*/ 98493 w 126505"/>
                <a:gd name="csY2" fmla="*/ 169538 h 231762"/>
                <a:gd name="csX3" fmla="*/ 59638 w 126505"/>
                <a:gd name="csY3" fmla="*/ 124448 h 231762"/>
                <a:gd name="csX4" fmla="*/ 4970 w 126505"/>
                <a:gd name="csY4" fmla="*/ 60871 h 231762"/>
                <a:gd name="csX5" fmla="*/ 74096 w 126505"/>
                <a:gd name="csY5" fmla="*/ 0 h 231762"/>
                <a:gd name="csX6" fmla="*/ 118373 w 126505"/>
                <a:gd name="csY6" fmla="*/ 9920 h 231762"/>
                <a:gd name="csX7" fmla="*/ 111144 w 126505"/>
                <a:gd name="csY7" fmla="*/ 33367 h 231762"/>
                <a:gd name="csX8" fmla="*/ 73192 w 126505"/>
                <a:gd name="csY8" fmla="*/ 23447 h 231762"/>
                <a:gd name="csX9" fmla="*/ 32982 w 126505"/>
                <a:gd name="csY9" fmla="*/ 56813 h 231762"/>
                <a:gd name="csX10" fmla="*/ 74548 w 126505"/>
                <a:gd name="csY10" fmla="*/ 101002 h 231762"/>
                <a:gd name="csX11" fmla="*/ 126505 w 126505"/>
                <a:gd name="csY11" fmla="*/ 167284 h 231762"/>
                <a:gd name="csX12" fmla="*/ 51958 w 126505"/>
                <a:gd name="csY12" fmla="*/ 231762 h 231762"/>
                <a:gd name="csX13" fmla="*/ 0 w 126505"/>
                <a:gd name="csY13" fmla="*/ 218686 h 231762"/>
                <a:gd name="csX14" fmla="*/ 7229 w 126505"/>
                <a:gd name="csY14" fmla="*/ 194789 h 231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6505" h="231762">
                  <a:moveTo>
                    <a:pt x="7229" y="195240"/>
                  </a:moveTo>
                  <a:cubicBezTo>
                    <a:pt x="18524" y="202454"/>
                    <a:pt x="36144" y="208316"/>
                    <a:pt x="53765" y="208316"/>
                  </a:cubicBezTo>
                  <a:cubicBezTo>
                    <a:pt x="82229" y="208316"/>
                    <a:pt x="98493" y="192985"/>
                    <a:pt x="98493" y="169538"/>
                  </a:cubicBezTo>
                  <a:cubicBezTo>
                    <a:pt x="98493" y="146091"/>
                    <a:pt x="85843" y="136172"/>
                    <a:pt x="59638" y="124448"/>
                  </a:cubicBezTo>
                  <a:cubicBezTo>
                    <a:pt x="28012" y="111823"/>
                    <a:pt x="4970" y="91533"/>
                    <a:pt x="4970" y="60871"/>
                  </a:cubicBezTo>
                  <a:cubicBezTo>
                    <a:pt x="4970" y="30210"/>
                    <a:pt x="32530" y="0"/>
                    <a:pt x="74096" y="0"/>
                  </a:cubicBezTo>
                  <a:cubicBezTo>
                    <a:pt x="115662" y="0"/>
                    <a:pt x="110240" y="4960"/>
                    <a:pt x="118373" y="9920"/>
                  </a:cubicBezTo>
                  <a:lnTo>
                    <a:pt x="111144" y="33367"/>
                  </a:lnTo>
                  <a:cubicBezTo>
                    <a:pt x="104367" y="29308"/>
                    <a:pt x="90813" y="23447"/>
                    <a:pt x="73192" y="23447"/>
                  </a:cubicBezTo>
                  <a:cubicBezTo>
                    <a:pt x="44729" y="23447"/>
                    <a:pt x="32982" y="41032"/>
                    <a:pt x="32982" y="56813"/>
                  </a:cubicBezTo>
                  <a:cubicBezTo>
                    <a:pt x="32982" y="72595"/>
                    <a:pt x="46084" y="88376"/>
                    <a:pt x="74548" y="101002"/>
                  </a:cubicBezTo>
                  <a:cubicBezTo>
                    <a:pt x="109337" y="117234"/>
                    <a:pt x="126505" y="136623"/>
                    <a:pt x="126505" y="167284"/>
                  </a:cubicBezTo>
                  <a:cubicBezTo>
                    <a:pt x="126505" y="197945"/>
                    <a:pt x="100752" y="231762"/>
                    <a:pt x="51958" y="231762"/>
                  </a:cubicBezTo>
                  <a:cubicBezTo>
                    <a:pt x="3163" y="231762"/>
                    <a:pt x="10391" y="225901"/>
                    <a:pt x="0" y="218686"/>
                  </a:cubicBezTo>
                  <a:lnTo>
                    <a:pt x="7229" y="19478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97B84CAD-3B45-1817-C4C8-377C23294259}"/>
                </a:ext>
              </a:extLst>
            </p:cNvPr>
            <p:cNvSpPr/>
            <p:nvPr/>
          </p:nvSpPr>
          <p:spPr>
            <a:xfrm>
              <a:off x="33940787" y="12133778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A24A4307-8659-00FD-F50E-8E4D73B6A90A}"/>
                </a:ext>
              </a:extLst>
            </p:cNvPr>
            <p:cNvSpPr/>
            <p:nvPr/>
          </p:nvSpPr>
          <p:spPr>
            <a:xfrm>
              <a:off x="34009913" y="12132425"/>
              <a:ext cx="133282" cy="229958"/>
            </a:xfrm>
            <a:custGeom>
              <a:avLst/>
              <a:gdLst>
                <a:gd name="csX0" fmla="*/ 904 w 133282"/>
                <a:gd name="csY0" fmla="*/ 4509 h 229958"/>
                <a:gd name="csX1" fmla="*/ 49699 w 133282"/>
                <a:gd name="csY1" fmla="*/ 0 h 229958"/>
                <a:gd name="csX2" fmla="*/ 107981 w 133282"/>
                <a:gd name="csY2" fmla="*/ 16232 h 229958"/>
                <a:gd name="csX3" fmla="*/ 125602 w 133282"/>
                <a:gd name="csY3" fmla="*/ 56362 h 229958"/>
                <a:gd name="csX4" fmla="*/ 88102 w 133282"/>
                <a:gd name="csY4" fmla="*/ 105961 h 229958"/>
                <a:gd name="csX5" fmla="*/ 88102 w 133282"/>
                <a:gd name="csY5" fmla="*/ 106863 h 229958"/>
                <a:gd name="csX6" fmla="*/ 133283 w 133282"/>
                <a:gd name="csY6" fmla="*/ 163677 h 229958"/>
                <a:gd name="csX7" fmla="*/ 114758 w 133282"/>
                <a:gd name="csY7" fmla="*/ 208766 h 229958"/>
                <a:gd name="csX8" fmla="*/ 42018 w 133282"/>
                <a:gd name="csY8" fmla="*/ 229959 h 229958"/>
                <a:gd name="csX9" fmla="*/ 0 w 133282"/>
                <a:gd name="csY9" fmla="*/ 227704 h 229958"/>
                <a:gd name="csX10" fmla="*/ 0 w 133282"/>
                <a:gd name="csY10" fmla="*/ 5411 h 229958"/>
                <a:gd name="csX11" fmla="*/ 28915 w 133282"/>
                <a:gd name="csY11" fmla="*/ 97394 h 229958"/>
                <a:gd name="csX12" fmla="*/ 51054 w 133282"/>
                <a:gd name="csY12" fmla="*/ 97394 h 229958"/>
                <a:gd name="csX13" fmla="*/ 97138 w 133282"/>
                <a:gd name="csY13" fmla="*/ 58617 h 229958"/>
                <a:gd name="csX14" fmla="*/ 51506 w 133282"/>
                <a:gd name="csY14" fmla="*/ 21643 h 229958"/>
                <a:gd name="csX15" fmla="*/ 28915 w 133282"/>
                <a:gd name="csY15" fmla="*/ 23447 h 229958"/>
                <a:gd name="csX16" fmla="*/ 28915 w 133282"/>
                <a:gd name="csY16" fmla="*/ 97394 h 229958"/>
                <a:gd name="csX17" fmla="*/ 28915 w 133282"/>
                <a:gd name="csY17" fmla="*/ 205610 h 229958"/>
                <a:gd name="csX18" fmla="*/ 50150 w 133282"/>
                <a:gd name="csY18" fmla="*/ 206963 h 229958"/>
                <a:gd name="csX19" fmla="*/ 104367 w 133282"/>
                <a:gd name="csY19" fmla="*/ 162775 h 229958"/>
                <a:gd name="csX20" fmla="*/ 49699 w 133282"/>
                <a:gd name="csY20" fmla="*/ 118587 h 229958"/>
                <a:gd name="csX21" fmla="*/ 29367 w 133282"/>
                <a:gd name="csY21" fmla="*/ 118587 h 229958"/>
                <a:gd name="csX22" fmla="*/ 29367 w 133282"/>
                <a:gd name="csY22" fmla="*/ 205610 h 229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3282" h="229958">
                  <a:moveTo>
                    <a:pt x="904" y="4509"/>
                  </a:moveTo>
                  <a:cubicBezTo>
                    <a:pt x="13554" y="1804"/>
                    <a:pt x="31174" y="0"/>
                    <a:pt x="49699" y="0"/>
                  </a:cubicBezTo>
                  <a:cubicBezTo>
                    <a:pt x="76807" y="0"/>
                    <a:pt x="94879" y="4509"/>
                    <a:pt x="107981" y="16232"/>
                  </a:cubicBezTo>
                  <a:cubicBezTo>
                    <a:pt x="119276" y="25250"/>
                    <a:pt x="125602" y="38777"/>
                    <a:pt x="125602" y="56362"/>
                  </a:cubicBezTo>
                  <a:cubicBezTo>
                    <a:pt x="125602" y="73947"/>
                    <a:pt x="111596" y="97845"/>
                    <a:pt x="88102" y="105961"/>
                  </a:cubicBezTo>
                  <a:lnTo>
                    <a:pt x="88102" y="106863"/>
                  </a:lnTo>
                  <a:cubicBezTo>
                    <a:pt x="111144" y="112725"/>
                    <a:pt x="133283" y="131212"/>
                    <a:pt x="133283" y="163677"/>
                  </a:cubicBezTo>
                  <a:cubicBezTo>
                    <a:pt x="133283" y="196141"/>
                    <a:pt x="126053" y="197945"/>
                    <a:pt x="114758" y="208766"/>
                  </a:cubicBezTo>
                  <a:cubicBezTo>
                    <a:pt x="99849" y="223646"/>
                    <a:pt x="75903" y="229959"/>
                    <a:pt x="42018" y="229959"/>
                  </a:cubicBezTo>
                  <a:cubicBezTo>
                    <a:pt x="8132" y="229959"/>
                    <a:pt x="9036" y="228606"/>
                    <a:pt x="0" y="227704"/>
                  </a:cubicBezTo>
                  <a:lnTo>
                    <a:pt x="0" y="5411"/>
                  </a:lnTo>
                  <a:close/>
                  <a:moveTo>
                    <a:pt x="28915" y="97394"/>
                  </a:moveTo>
                  <a:lnTo>
                    <a:pt x="51054" y="97394"/>
                  </a:lnTo>
                  <a:cubicBezTo>
                    <a:pt x="79066" y="97394"/>
                    <a:pt x="97138" y="81162"/>
                    <a:pt x="97138" y="58617"/>
                  </a:cubicBezTo>
                  <a:cubicBezTo>
                    <a:pt x="97138" y="36072"/>
                    <a:pt x="80421" y="21643"/>
                    <a:pt x="51506" y="21643"/>
                  </a:cubicBezTo>
                  <a:cubicBezTo>
                    <a:pt x="22590" y="21643"/>
                    <a:pt x="33433" y="22545"/>
                    <a:pt x="28915" y="23447"/>
                  </a:cubicBezTo>
                  <a:lnTo>
                    <a:pt x="28915" y="97394"/>
                  </a:lnTo>
                  <a:close/>
                  <a:moveTo>
                    <a:pt x="28915" y="205610"/>
                  </a:moveTo>
                  <a:cubicBezTo>
                    <a:pt x="33885" y="206512"/>
                    <a:pt x="41114" y="206963"/>
                    <a:pt x="50150" y="206963"/>
                  </a:cubicBezTo>
                  <a:cubicBezTo>
                    <a:pt x="79518" y="206963"/>
                    <a:pt x="104367" y="194338"/>
                    <a:pt x="104367" y="162775"/>
                  </a:cubicBezTo>
                  <a:cubicBezTo>
                    <a:pt x="104367" y="131212"/>
                    <a:pt x="79066" y="118587"/>
                    <a:pt x="49699" y="118587"/>
                  </a:cubicBezTo>
                  <a:lnTo>
                    <a:pt x="29367" y="118587"/>
                  </a:lnTo>
                  <a:lnTo>
                    <a:pt x="29367" y="20561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DAFF6F6-BE14-CA98-479C-068224840BD3}"/>
                </a:ext>
              </a:extLst>
            </p:cNvPr>
            <p:cNvSpPr/>
            <p:nvPr/>
          </p:nvSpPr>
          <p:spPr>
            <a:xfrm>
              <a:off x="34166238" y="12133778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0058527-0449-FA5D-7058-4C2FDF290CDC}"/>
                </a:ext>
              </a:extLst>
            </p:cNvPr>
            <p:cNvSpPr/>
            <p:nvPr/>
          </p:nvSpPr>
          <p:spPr>
            <a:xfrm>
              <a:off x="34229490" y="12133778"/>
              <a:ext cx="115210" cy="226351"/>
            </a:xfrm>
            <a:custGeom>
              <a:avLst/>
              <a:gdLst>
                <a:gd name="csX0" fmla="*/ 0 w 115210"/>
                <a:gd name="csY0" fmla="*/ 0 h 226351"/>
                <a:gd name="csX1" fmla="*/ 28464 w 115210"/>
                <a:gd name="csY1" fmla="*/ 0 h 226351"/>
                <a:gd name="csX2" fmla="*/ 28464 w 115210"/>
                <a:gd name="csY2" fmla="*/ 202454 h 226351"/>
                <a:gd name="csX3" fmla="*/ 115210 w 115210"/>
                <a:gd name="csY3" fmla="*/ 202454 h 226351"/>
                <a:gd name="csX4" fmla="*/ 115210 w 115210"/>
                <a:gd name="csY4" fmla="*/ 226352 h 226351"/>
                <a:gd name="csX5" fmla="*/ 0 w 115210"/>
                <a:gd name="csY5" fmla="*/ 226352 h 226351"/>
                <a:gd name="csX6" fmla="*/ 0 w 115210"/>
                <a:gd name="csY6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210" h="226351">
                  <a:moveTo>
                    <a:pt x="0" y="0"/>
                  </a:moveTo>
                  <a:lnTo>
                    <a:pt x="28464" y="0"/>
                  </a:lnTo>
                  <a:lnTo>
                    <a:pt x="28464" y="202454"/>
                  </a:lnTo>
                  <a:lnTo>
                    <a:pt x="115210" y="202454"/>
                  </a:lnTo>
                  <a:lnTo>
                    <a:pt x="115210" y="226352"/>
                  </a:lnTo>
                  <a:lnTo>
                    <a:pt x="0" y="226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7BE2E0F-3B4E-D0BC-59A3-B6F8769B4CB7}"/>
                </a:ext>
              </a:extLst>
            </p:cNvPr>
            <p:cNvSpPr/>
            <p:nvPr/>
          </p:nvSpPr>
          <p:spPr>
            <a:xfrm>
              <a:off x="34368646" y="12133778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72E5811-9FEF-0C07-8DF2-1D83FED97032}"/>
                </a:ext>
              </a:extLst>
            </p:cNvPr>
            <p:cNvSpPr/>
            <p:nvPr/>
          </p:nvSpPr>
          <p:spPr>
            <a:xfrm>
              <a:off x="34415634" y="12133327"/>
              <a:ext cx="149999" cy="226351"/>
            </a:xfrm>
            <a:custGeom>
              <a:avLst/>
              <a:gdLst>
                <a:gd name="csX0" fmla="*/ 60994 w 149999"/>
                <a:gd name="csY0" fmla="*/ 24349 h 226351"/>
                <a:gd name="csX1" fmla="*/ 0 w 149999"/>
                <a:gd name="csY1" fmla="*/ 24349 h 226351"/>
                <a:gd name="csX2" fmla="*/ 0 w 149999"/>
                <a:gd name="csY2" fmla="*/ 0 h 226351"/>
                <a:gd name="csX3" fmla="*/ 149999 w 149999"/>
                <a:gd name="csY3" fmla="*/ 0 h 226351"/>
                <a:gd name="csX4" fmla="*/ 149999 w 149999"/>
                <a:gd name="csY4" fmla="*/ 24349 h 226351"/>
                <a:gd name="csX5" fmla="*/ 89006 w 149999"/>
                <a:gd name="csY5" fmla="*/ 24349 h 226351"/>
                <a:gd name="csX6" fmla="*/ 89006 w 149999"/>
                <a:gd name="csY6" fmla="*/ 226352 h 226351"/>
                <a:gd name="csX7" fmla="*/ 60542 w 149999"/>
                <a:gd name="csY7" fmla="*/ 226352 h 226351"/>
                <a:gd name="csX8" fmla="*/ 60542 w 149999"/>
                <a:gd name="csY8" fmla="*/ 24349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49999" h="226351">
                  <a:moveTo>
                    <a:pt x="60994" y="24349"/>
                  </a:moveTo>
                  <a:lnTo>
                    <a:pt x="0" y="24349"/>
                  </a:lnTo>
                  <a:lnTo>
                    <a:pt x="0" y="0"/>
                  </a:lnTo>
                  <a:lnTo>
                    <a:pt x="149999" y="0"/>
                  </a:lnTo>
                  <a:lnTo>
                    <a:pt x="149999" y="24349"/>
                  </a:lnTo>
                  <a:lnTo>
                    <a:pt x="89006" y="24349"/>
                  </a:lnTo>
                  <a:lnTo>
                    <a:pt x="89006" y="226352"/>
                  </a:lnTo>
                  <a:lnTo>
                    <a:pt x="60542" y="226352"/>
                  </a:lnTo>
                  <a:lnTo>
                    <a:pt x="60542" y="2434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778643B1-E257-EA66-BB04-6A64638DE33B}"/>
                </a:ext>
              </a:extLst>
            </p:cNvPr>
            <p:cNvSpPr/>
            <p:nvPr/>
          </p:nvSpPr>
          <p:spPr>
            <a:xfrm>
              <a:off x="34577832" y="12133327"/>
              <a:ext cx="161746" cy="226351"/>
            </a:xfrm>
            <a:custGeom>
              <a:avLst/>
              <a:gdLst>
                <a:gd name="csX0" fmla="*/ 65060 w 161746"/>
                <a:gd name="csY0" fmla="*/ 226352 h 226351"/>
                <a:gd name="csX1" fmla="*/ 65060 w 161746"/>
                <a:gd name="csY1" fmla="*/ 130310 h 226351"/>
                <a:gd name="csX2" fmla="*/ 0 w 161746"/>
                <a:gd name="csY2" fmla="*/ 0 h 226351"/>
                <a:gd name="csX3" fmla="*/ 31626 w 161746"/>
                <a:gd name="csY3" fmla="*/ 0 h 226351"/>
                <a:gd name="csX4" fmla="*/ 60090 w 161746"/>
                <a:gd name="csY4" fmla="*/ 60871 h 226351"/>
                <a:gd name="csX5" fmla="*/ 80873 w 161746"/>
                <a:gd name="csY5" fmla="*/ 108667 h 226351"/>
                <a:gd name="csX6" fmla="*/ 81325 w 161746"/>
                <a:gd name="csY6" fmla="*/ 108667 h 226351"/>
                <a:gd name="csX7" fmla="*/ 102108 w 161746"/>
                <a:gd name="csY7" fmla="*/ 60421 h 226351"/>
                <a:gd name="csX8" fmla="*/ 130572 w 161746"/>
                <a:gd name="csY8" fmla="*/ 0 h 226351"/>
                <a:gd name="csX9" fmla="*/ 161746 w 161746"/>
                <a:gd name="csY9" fmla="*/ 0 h 226351"/>
                <a:gd name="csX10" fmla="*/ 93072 w 161746"/>
                <a:gd name="csY10" fmla="*/ 129859 h 226351"/>
                <a:gd name="csX11" fmla="*/ 93072 w 161746"/>
                <a:gd name="csY11" fmla="*/ 226352 h 226351"/>
                <a:gd name="csX12" fmla="*/ 64608 w 161746"/>
                <a:gd name="csY12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1746" h="226351">
                  <a:moveTo>
                    <a:pt x="65060" y="226352"/>
                  </a:moveTo>
                  <a:lnTo>
                    <a:pt x="65060" y="130310"/>
                  </a:lnTo>
                  <a:lnTo>
                    <a:pt x="0" y="0"/>
                  </a:lnTo>
                  <a:lnTo>
                    <a:pt x="31626" y="0"/>
                  </a:lnTo>
                  <a:lnTo>
                    <a:pt x="60090" y="60871"/>
                  </a:lnTo>
                  <a:cubicBezTo>
                    <a:pt x="67771" y="77555"/>
                    <a:pt x="74548" y="92434"/>
                    <a:pt x="80873" y="108667"/>
                  </a:cubicBezTo>
                  <a:lnTo>
                    <a:pt x="81325" y="108667"/>
                  </a:lnTo>
                  <a:cubicBezTo>
                    <a:pt x="87198" y="92885"/>
                    <a:pt x="93975" y="77555"/>
                    <a:pt x="102108" y="60421"/>
                  </a:cubicBezTo>
                  <a:lnTo>
                    <a:pt x="130572" y="0"/>
                  </a:lnTo>
                  <a:lnTo>
                    <a:pt x="161746" y="0"/>
                  </a:lnTo>
                  <a:lnTo>
                    <a:pt x="93072" y="129859"/>
                  </a:lnTo>
                  <a:lnTo>
                    <a:pt x="93072" y="226352"/>
                  </a:lnTo>
                  <a:lnTo>
                    <a:pt x="64608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5" name="Freeform 14">
            <a:extLst>
              <a:ext uri="{FF2B5EF4-FFF2-40B4-BE49-F238E27FC236}">
                <a16:creationId xmlns:a16="http://schemas.microsoft.com/office/drawing/2014/main" id="{C75FBE02-E8A4-A19F-2FDF-9E4012E4F797}"/>
              </a:ext>
            </a:extLst>
          </p:cNvPr>
          <p:cNvSpPr/>
          <p:nvPr/>
        </p:nvSpPr>
        <p:spPr>
          <a:xfrm>
            <a:off x="10260008" y="8403321"/>
            <a:ext cx="1003362" cy="998514"/>
          </a:xfrm>
          <a:custGeom>
            <a:avLst/>
            <a:gdLst>
              <a:gd name="csX0" fmla="*/ 0 w 1003362"/>
              <a:gd name="csY0" fmla="*/ 499257 h 998514"/>
              <a:gd name="csX1" fmla="*/ 501682 w 1003362"/>
              <a:gd name="csY1" fmla="*/ 0 h 998514"/>
              <a:gd name="csX2" fmla="*/ 1003363 w 1003362"/>
              <a:gd name="csY2" fmla="*/ 499257 h 998514"/>
              <a:gd name="csX3" fmla="*/ 501682 w 1003362"/>
              <a:gd name="csY3" fmla="*/ 998514 h 998514"/>
              <a:gd name="csX4" fmla="*/ 0 w 1003362"/>
              <a:gd name="csY4" fmla="*/ 499257 h 998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3362" h="998514">
                <a:moveTo>
                  <a:pt x="0" y="499257"/>
                </a:moveTo>
                <a:cubicBezTo>
                  <a:pt x="0" y="223166"/>
                  <a:pt x="225136" y="0"/>
                  <a:pt x="501682" y="0"/>
                </a:cubicBezTo>
                <a:cubicBezTo>
                  <a:pt x="778227" y="0"/>
                  <a:pt x="1003363" y="224048"/>
                  <a:pt x="1003363" y="499257"/>
                </a:cubicBezTo>
                <a:cubicBezTo>
                  <a:pt x="1003363" y="774466"/>
                  <a:pt x="778227" y="998514"/>
                  <a:pt x="501682" y="998514"/>
                </a:cubicBezTo>
                <a:cubicBezTo>
                  <a:pt x="225136" y="998514"/>
                  <a:pt x="0" y="774466"/>
                  <a:pt x="0" y="499257"/>
                </a:cubicBezTo>
              </a:path>
            </a:pathLst>
          </a:custGeom>
          <a:solidFill>
            <a:srgbClr val="1D1D1B"/>
          </a:solidFill>
          <a:ln w="8855" cap="flat">
            <a:noFill/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9589C68-D8AE-1BF4-3ED1-E51FE6FB2AD3}"/>
              </a:ext>
            </a:extLst>
          </p:cNvPr>
          <p:cNvSpPr/>
          <p:nvPr/>
        </p:nvSpPr>
        <p:spPr>
          <a:xfrm>
            <a:off x="12878141" y="9146473"/>
            <a:ext cx="411272" cy="510724"/>
          </a:xfrm>
          <a:custGeom>
            <a:avLst/>
            <a:gdLst>
              <a:gd name="csX0" fmla="*/ 291613 w 411272"/>
              <a:gd name="csY0" fmla="*/ 209053 h 510724"/>
              <a:gd name="csX1" fmla="*/ 271227 w 411272"/>
              <a:gd name="csY1" fmla="*/ 239926 h 510724"/>
              <a:gd name="csX2" fmla="*/ 255272 w 411272"/>
              <a:gd name="csY2" fmla="*/ 267270 h 510724"/>
              <a:gd name="csX3" fmla="*/ 226909 w 411272"/>
              <a:gd name="csY3" fmla="*/ 279619 h 510724"/>
              <a:gd name="csX4" fmla="*/ 225136 w 411272"/>
              <a:gd name="csY4" fmla="*/ 270799 h 510724"/>
              <a:gd name="csX5" fmla="*/ 259704 w 411272"/>
              <a:gd name="csY5" fmla="*/ 172888 h 510724"/>
              <a:gd name="csX6" fmla="*/ 230454 w 411272"/>
              <a:gd name="csY6" fmla="*/ 57335 h 510724"/>
              <a:gd name="csX7" fmla="*/ 208295 w 411272"/>
              <a:gd name="csY7" fmla="*/ 0 h 510724"/>
              <a:gd name="csX8" fmla="*/ 186136 w 411272"/>
              <a:gd name="csY8" fmla="*/ 57335 h 510724"/>
              <a:gd name="csX9" fmla="*/ 156886 w 411272"/>
              <a:gd name="csY9" fmla="*/ 172888 h 510724"/>
              <a:gd name="csX10" fmla="*/ 191454 w 411272"/>
              <a:gd name="csY10" fmla="*/ 270799 h 510724"/>
              <a:gd name="csX11" fmla="*/ 189682 w 411272"/>
              <a:gd name="csY11" fmla="*/ 279619 h 510724"/>
              <a:gd name="csX12" fmla="*/ 161318 w 411272"/>
              <a:gd name="csY12" fmla="*/ 267270 h 510724"/>
              <a:gd name="csX13" fmla="*/ 145364 w 411272"/>
              <a:gd name="csY13" fmla="*/ 239926 h 510724"/>
              <a:gd name="csX14" fmla="*/ 124977 w 411272"/>
              <a:gd name="csY14" fmla="*/ 209053 h 510724"/>
              <a:gd name="csX15" fmla="*/ 0 w 411272"/>
              <a:gd name="csY15" fmla="*/ 187883 h 510724"/>
              <a:gd name="csX16" fmla="*/ 57614 w 411272"/>
              <a:gd name="csY16" fmla="*/ 329016 h 510724"/>
              <a:gd name="csX17" fmla="*/ 95727 w 411272"/>
              <a:gd name="csY17" fmla="*/ 357242 h 510724"/>
              <a:gd name="csX18" fmla="*/ 179045 w 411272"/>
              <a:gd name="csY18" fmla="*/ 357242 h 510724"/>
              <a:gd name="csX19" fmla="*/ 188795 w 411272"/>
              <a:gd name="csY19" fmla="*/ 363417 h 510724"/>
              <a:gd name="csX20" fmla="*/ 188795 w 411272"/>
              <a:gd name="csY20" fmla="*/ 381941 h 510724"/>
              <a:gd name="csX21" fmla="*/ 182591 w 411272"/>
              <a:gd name="csY21" fmla="*/ 388997 h 510724"/>
              <a:gd name="csX22" fmla="*/ 93068 w 411272"/>
              <a:gd name="csY22" fmla="*/ 388997 h 510724"/>
              <a:gd name="csX23" fmla="*/ 93068 w 411272"/>
              <a:gd name="csY23" fmla="*/ 424280 h 510724"/>
              <a:gd name="csX24" fmla="*/ 114341 w 411272"/>
              <a:gd name="csY24" fmla="*/ 424280 h 510724"/>
              <a:gd name="csX25" fmla="*/ 106364 w 411272"/>
              <a:gd name="csY25" fmla="*/ 471031 h 510724"/>
              <a:gd name="csX26" fmla="*/ 78000 w 411272"/>
              <a:gd name="csY26" fmla="*/ 477205 h 510724"/>
              <a:gd name="csX27" fmla="*/ 85091 w 411272"/>
              <a:gd name="csY27" fmla="*/ 510724 h 510724"/>
              <a:gd name="csX28" fmla="*/ 135613 w 411272"/>
              <a:gd name="csY28" fmla="*/ 500139 h 510724"/>
              <a:gd name="csX29" fmla="*/ 149795 w 411272"/>
              <a:gd name="csY29" fmla="*/ 423398 h 510724"/>
              <a:gd name="csX30" fmla="*/ 179045 w 411272"/>
              <a:gd name="csY30" fmla="*/ 423398 h 510724"/>
              <a:gd name="csX31" fmla="*/ 187022 w 411272"/>
              <a:gd name="csY31" fmla="*/ 429573 h 510724"/>
              <a:gd name="csX32" fmla="*/ 187022 w 411272"/>
              <a:gd name="csY32" fmla="*/ 500139 h 510724"/>
              <a:gd name="csX33" fmla="*/ 224250 w 411272"/>
              <a:gd name="csY33" fmla="*/ 500139 h 510724"/>
              <a:gd name="csX34" fmla="*/ 224250 w 411272"/>
              <a:gd name="csY34" fmla="*/ 423398 h 510724"/>
              <a:gd name="csX35" fmla="*/ 243750 w 411272"/>
              <a:gd name="csY35" fmla="*/ 425163 h 510724"/>
              <a:gd name="csX36" fmla="*/ 310227 w 411272"/>
              <a:gd name="csY36" fmla="*/ 505432 h 510724"/>
              <a:gd name="csX37" fmla="*/ 337704 w 411272"/>
              <a:gd name="csY37" fmla="*/ 484262 h 510724"/>
              <a:gd name="csX38" fmla="*/ 305795 w 411272"/>
              <a:gd name="csY38" fmla="*/ 444568 h 510724"/>
              <a:gd name="csX39" fmla="*/ 324409 w 411272"/>
              <a:gd name="csY39" fmla="*/ 426927 h 510724"/>
              <a:gd name="csX40" fmla="*/ 333272 w 411272"/>
              <a:gd name="csY40" fmla="*/ 387233 h 510724"/>
              <a:gd name="csX41" fmla="*/ 297818 w 411272"/>
              <a:gd name="csY41" fmla="*/ 387233 h 510724"/>
              <a:gd name="csX42" fmla="*/ 293386 w 411272"/>
              <a:gd name="csY42" fmla="*/ 406639 h 510724"/>
              <a:gd name="csX43" fmla="*/ 281863 w 411272"/>
              <a:gd name="csY43" fmla="*/ 416342 h 510724"/>
              <a:gd name="csX44" fmla="*/ 250841 w 411272"/>
              <a:gd name="csY44" fmla="*/ 387233 h 510724"/>
              <a:gd name="csX45" fmla="*/ 228682 w 411272"/>
              <a:gd name="csY45" fmla="*/ 387233 h 510724"/>
              <a:gd name="csX46" fmla="*/ 222477 w 411272"/>
              <a:gd name="csY46" fmla="*/ 380176 h 510724"/>
              <a:gd name="csX47" fmla="*/ 222477 w 411272"/>
              <a:gd name="csY47" fmla="*/ 361653 h 510724"/>
              <a:gd name="csX48" fmla="*/ 232227 w 411272"/>
              <a:gd name="csY48" fmla="*/ 355478 h 510724"/>
              <a:gd name="csX49" fmla="*/ 315545 w 411272"/>
              <a:gd name="csY49" fmla="*/ 355478 h 510724"/>
              <a:gd name="csX50" fmla="*/ 353659 w 411272"/>
              <a:gd name="csY50" fmla="*/ 327252 h 510724"/>
              <a:gd name="csX51" fmla="*/ 411272 w 411272"/>
              <a:gd name="csY51" fmla="*/ 186119 h 510724"/>
              <a:gd name="csX52" fmla="*/ 286295 w 411272"/>
              <a:gd name="csY52" fmla="*/ 207289 h 510724"/>
              <a:gd name="csX53" fmla="*/ 187909 w 411272"/>
              <a:gd name="csY53" fmla="*/ 167595 h 510724"/>
              <a:gd name="csX54" fmla="*/ 208295 w 411272"/>
              <a:gd name="csY54" fmla="*/ 73213 h 510724"/>
              <a:gd name="csX55" fmla="*/ 208295 w 411272"/>
              <a:gd name="csY55" fmla="*/ 73213 h 510724"/>
              <a:gd name="csX56" fmla="*/ 228682 w 411272"/>
              <a:gd name="csY56" fmla="*/ 167595 h 510724"/>
              <a:gd name="csX57" fmla="*/ 219818 w 411272"/>
              <a:gd name="csY57" fmla="*/ 220520 h 510724"/>
              <a:gd name="csX58" fmla="*/ 218045 w 411272"/>
              <a:gd name="csY58" fmla="*/ 224048 h 510724"/>
              <a:gd name="csX59" fmla="*/ 217159 w 411272"/>
              <a:gd name="csY59" fmla="*/ 222284 h 510724"/>
              <a:gd name="csX60" fmla="*/ 208295 w 411272"/>
              <a:gd name="csY60" fmla="*/ 131430 h 510724"/>
              <a:gd name="csX61" fmla="*/ 199432 w 411272"/>
              <a:gd name="csY61" fmla="*/ 222284 h 510724"/>
              <a:gd name="csX62" fmla="*/ 198545 w 411272"/>
              <a:gd name="csY62" fmla="*/ 224048 h 510724"/>
              <a:gd name="csX63" fmla="*/ 196772 w 411272"/>
              <a:gd name="csY63" fmla="*/ 220520 h 510724"/>
              <a:gd name="csX64" fmla="*/ 187909 w 411272"/>
              <a:gd name="csY64" fmla="*/ 167595 h 510724"/>
              <a:gd name="csX65" fmla="*/ 209181 w 411272"/>
              <a:gd name="csY65" fmla="*/ 328134 h 510724"/>
              <a:gd name="csX66" fmla="*/ 49636 w 411272"/>
              <a:gd name="csY66" fmla="*/ 227577 h 510724"/>
              <a:gd name="csX67" fmla="*/ 105477 w 411272"/>
              <a:gd name="csY67" fmla="*/ 235515 h 510724"/>
              <a:gd name="csX68" fmla="*/ 115227 w 411272"/>
              <a:gd name="csY68" fmla="*/ 245218 h 510724"/>
              <a:gd name="csX69" fmla="*/ 209181 w 411272"/>
              <a:gd name="csY69" fmla="*/ 318431 h 510724"/>
              <a:gd name="csX70" fmla="*/ 302250 w 411272"/>
              <a:gd name="csY70" fmla="*/ 246100 h 510724"/>
              <a:gd name="csX71" fmla="*/ 312886 w 411272"/>
              <a:gd name="csY71" fmla="*/ 236397 h 510724"/>
              <a:gd name="csX72" fmla="*/ 368727 w 411272"/>
              <a:gd name="csY72" fmla="*/ 227577 h 510724"/>
              <a:gd name="csX73" fmla="*/ 209181 w 411272"/>
              <a:gd name="csY73" fmla="*/ 328134 h 5107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</a:cxnLst>
            <a:rect l="l" t="t" r="r" b="b"/>
            <a:pathLst>
              <a:path w="411272" h="510724">
                <a:moveTo>
                  <a:pt x="291613" y="209053"/>
                </a:moveTo>
                <a:cubicBezTo>
                  <a:pt x="272113" y="213463"/>
                  <a:pt x="273000" y="232869"/>
                  <a:pt x="271227" y="239926"/>
                </a:cubicBezTo>
                <a:cubicBezTo>
                  <a:pt x="268568" y="248747"/>
                  <a:pt x="266795" y="254921"/>
                  <a:pt x="255272" y="267270"/>
                </a:cubicBezTo>
                <a:cubicBezTo>
                  <a:pt x="244636" y="278737"/>
                  <a:pt x="233113" y="284912"/>
                  <a:pt x="226909" y="279619"/>
                </a:cubicBezTo>
                <a:cubicBezTo>
                  <a:pt x="224250" y="277855"/>
                  <a:pt x="224250" y="272563"/>
                  <a:pt x="225136" y="270799"/>
                </a:cubicBezTo>
                <a:cubicBezTo>
                  <a:pt x="230454" y="263742"/>
                  <a:pt x="260591" y="224930"/>
                  <a:pt x="259704" y="172888"/>
                </a:cubicBezTo>
                <a:cubicBezTo>
                  <a:pt x="258818" y="137604"/>
                  <a:pt x="249954" y="109378"/>
                  <a:pt x="230454" y="57335"/>
                </a:cubicBezTo>
                <a:cubicBezTo>
                  <a:pt x="213613" y="14995"/>
                  <a:pt x="208295" y="0"/>
                  <a:pt x="208295" y="0"/>
                </a:cubicBezTo>
                <a:cubicBezTo>
                  <a:pt x="208295" y="0"/>
                  <a:pt x="202977" y="14995"/>
                  <a:pt x="186136" y="57335"/>
                </a:cubicBezTo>
                <a:cubicBezTo>
                  <a:pt x="165750" y="109378"/>
                  <a:pt x="157773" y="137604"/>
                  <a:pt x="156886" y="172888"/>
                </a:cubicBezTo>
                <a:cubicBezTo>
                  <a:pt x="155114" y="224930"/>
                  <a:pt x="186136" y="264624"/>
                  <a:pt x="191454" y="270799"/>
                </a:cubicBezTo>
                <a:cubicBezTo>
                  <a:pt x="192341" y="272563"/>
                  <a:pt x="192341" y="276973"/>
                  <a:pt x="189682" y="279619"/>
                </a:cubicBezTo>
                <a:cubicBezTo>
                  <a:pt x="183477" y="284912"/>
                  <a:pt x="171954" y="278737"/>
                  <a:pt x="161318" y="267270"/>
                </a:cubicBezTo>
                <a:cubicBezTo>
                  <a:pt x="149795" y="255803"/>
                  <a:pt x="148022" y="249629"/>
                  <a:pt x="145364" y="239926"/>
                </a:cubicBezTo>
                <a:cubicBezTo>
                  <a:pt x="143591" y="232869"/>
                  <a:pt x="145364" y="213463"/>
                  <a:pt x="124977" y="209053"/>
                </a:cubicBezTo>
                <a:cubicBezTo>
                  <a:pt x="109023" y="205525"/>
                  <a:pt x="0" y="187883"/>
                  <a:pt x="0" y="187883"/>
                </a:cubicBezTo>
                <a:cubicBezTo>
                  <a:pt x="0" y="187883"/>
                  <a:pt x="54068" y="320195"/>
                  <a:pt x="57614" y="329016"/>
                </a:cubicBezTo>
                <a:cubicBezTo>
                  <a:pt x="61159" y="337837"/>
                  <a:pt x="75341" y="357242"/>
                  <a:pt x="95727" y="357242"/>
                </a:cubicBezTo>
                <a:cubicBezTo>
                  <a:pt x="119659" y="357242"/>
                  <a:pt x="171068" y="357242"/>
                  <a:pt x="179045" y="357242"/>
                </a:cubicBezTo>
                <a:cubicBezTo>
                  <a:pt x="185250" y="357242"/>
                  <a:pt x="188795" y="359007"/>
                  <a:pt x="188795" y="363417"/>
                </a:cubicBezTo>
                <a:cubicBezTo>
                  <a:pt x="188795" y="367827"/>
                  <a:pt x="188795" y="377530"/>
                  <a:pt x="188795" y="381941"/>
                </a:cubicBezTo>
                <a:cubicBezTo>
                  <a:pt x="188795" y="386351"/>
                  <a:pt x="187022" y="388997"/>
                  <a:pt x="182591" y="388997"/>
                </a:cubicBezTo>
                <a:lnTo>
                  <a:pt x="93068" y="388997"/>
                </a:lnTo>
                <a:lnTo>
                  <a:pt x="93068" y="424280"/>
                </a:lnTo>
                <a:lnTo>
                  <a:pt x="114341" y="424280"/>
                </a:lnTo>
                <a:lnTo>
                  <a:pt x="106364" y="471031"/>
                </a:lnTo>
                <a:lnTo>
                  <a:pt x="78000" y="477205"/>
                </a:lnTo>
                <a:lnTo>
                  <a:pt x="85091" y="510724"/>
                </a:lnTo>
                <a:lnTo>
                  <a:pt x="135613" y="500139"/>
                </a:lnTo>
                <a:lnTo>
                  <a:pt x="149795" y="423398"/>
                </a:lnTo>
                <a:lnTo>
                  <a:pt x="179045" y="423398"/>
                </a:lnTo>
                <a:cubicBezTo>
                  <a:pt x="180818" y="423398"/>
                  <a:pt x="187022" y="424280"/>
                  <a:pt x="187022" y="429573"/>
                </a:cubicBezTo>
                <a:lnTo>
                  <a:pt x="187022" y="500139"/>
                </a:lnTo>
                <a:lnTo>
                  <a:pt x="224250" y="500139"/>
                </a:lnTo>
                <a:lnTo>
                  <a:pt x="224250" y="423398"/>
                </a:lnTo>
                <a:cubicBezTo>
                  <a:pt x="235772" y="423398"/>
                  <a:pt x="241977" y="422516"/>
                  <a:pt x="243750" y="425163"/>
                </a:cubicBezTo>
                <a:cubicBezTo>
                  <a:pt x="263250" y="448979"/>
                  <a:pt x="310227" y="505432"/>
                  <a:pt x="310227" y="505432"/>
                </a:cubicBezTo>
                <a:lnTo>
                  <a:pt x="337704" y="484262"/>
                </a:lnTo>
                <a:lnTo>
                  <a:pt x="305795" y="444568"/>
                </a:lnTo>
                <a:cubicBezTo>
                  <a:pt x="305795" y="444568"/>
                  <a:pt x="320863" y="436630"/>
                  <a:pt x="324409" y="426927"/>
                </a:cubicBezTo>
                <a:cubicBezTo>
                  <a:pt x="327954" y="418106"/>
                  <a:pt x="333272" y="387233"/>
                  <a:pt x="333272" y="387233"/>
                </a:cubicBezTo>
                <a:cubicBezTo>
                  <a:pt x="333272" y="387233"/>
                  <a:pt x="317318" y="387233"/>
                  <a:pt x="297818" y="387233"/>
                </a:cubicBezTo>
                <a:cubicBezTo>
                  <a:pt x="297818" y="387233"/>
                  <a:pt x="294272" y="403111"/>
                  <a:pt x="293386" y="406639"/>
                </a:cubicBezTo>
                <a:cubicBezTo>
                  <a:pt x="291613" y="416342"/>
                  <a:pt x="281863" y="416342"/>
                  <a:pt x="281863" y="416342"/>
                </a:cubicBezTo>
                <a:cubicBezTo>
                  <a:pt x="265909" y="397818"/>
                  <a:pt x="262363" y="387233"/>
                  <a:pt x="250841" y="387233"/>
                </a:cubicBezTo>
                <a:cubicBezTo>
                  <a:pt x="228682" y="387233"/>
                  <a:pt x="234000" y="387233"/>
                  <a:pt x="228682" y="387233"/>
                </a:cubicBezTo>
                <a:cubicBezTo>
                  <a:pt x="226023" y="387233"/>
                  <a:pt x="222477" y="384587"/>
                  <a:pt x="222477" y="380176"/>
                </a:cubicBezTo>
                <a:cubicBezTo>
                  <a:pt x="222477" y="375766"/>
                  <a:pt x="222477" y="366063"/>
                  <a:pt x="222477" y="361653"/>
                </a:cubicBezTo>
                <a:cubicBezTo>
                  <a:pt x="222477" y="358124"/>
                  <a:pt x="226909" y="355478"/>
                  <a:pt x="232227" y="355478"/>
                </a:cubicBezTo>
                <a:cubicBezTo>
                  <a:pt x="240204" y="355478"/>
                  <a:pt x="291613" y="355478"/>
                  <a:pt x="315545" y="355478"/>
                </a:cubicBezTo>
                <a:cubicBezTo>
                  <a:pt x="335932" y="355478"/>
                  <a:pt x="350113" y="336072"/>
                  <a:pt x="353659" y="327252"/>
                </a:cubicBezTo>
                <a:cubicBezTo>
                  <a:pt x="357204" y="318431"/>
                  <a:pt x="411272" y="186119"/>
                  <a:pt x="411272" y="186119"/>
                </a:cubicBezTo>
                <a:cubicBezTo>
                  <a:pt x="411272" y="186119"/>
                  <a:pt x="301363" y="203760"/>
                  <a:pt x="286295" y="207289"/>
                </a:cubicBezTo>
                <a:moveTo>
                  <a:pt x="187909" y="167595"/>
                </a:moveTo>
                <a:cubicBezTo>
                  <a:pt x="187909" y="145543"/>
                  <a:pt x="208295" y="73213"/>
                  <a:pt x="208295" y="73213"/>
                </a:cubicBezTo>
                <a:lnTo>
                  <a:pt x="208295" y="73213"/>
                </a:lnTo>
                <a:cubicBezTo>
                  <a:pt x="208295" y="73213"/>
                  <a:pt x="227795" y="145543"/>
                  <a:pt x="228682" y="167595"/>
                </a:cubicBezTo>
                <a:cubicBezTo>
                  <a:pt x="228682" y="189647"/>
                  <a:pt x="220704" y="219638"/>
                  <a:pt x="219818" y="220520"/>
                </a:cubicBezTo>
                <a:cubicBezTo>
                  <a:pt x="219818" y="222284"/>
                  <a:pt x="219818" y="224048"/>
                  <a:pt x="218045" y="224048"/>
                </a:cubicBezTo>
                <a:cubicBezTo>
                  <a:pt x="216273" y="224048"/>
                  <a:pt x="217159" y="223166"/>
                  <a:pt x="217159" y="222284"/>
                </a:cubicBezTo>
                <a:cubicBezTo>
                  <a:pt x="217159" y="222284"/>
                  <a:pt x="208295" y="131430"/>
                  <a:pt x="208295" y="131430"/>
                </a:cubicBezTo>
                <a:cubicBezTo>
                  <a:pt x="208295" y="131430"/>
                  <a:pt x="199432" y="221402"/>
                  <a:pt x="199432" y="222284"/>
                </a:cubicBezTo>
                <a:cubicBezTo>
                  <a:pt x="199432" y="223166"/>
                  <a:pt x="199432" y="224048"/>
                  <a:pt x="198545" y="224048"/>
                </a:cubicBezTo>
                <a:cubicBezTo>
                  <a:pt x="197659" y="224048"/>
                  <a:pt x="197659" y="223166"/>
                  <a:pt x="196772" y="220520"/>
                </a:cubicBezTo>
                <a:cubicBezTo>
                  <a:pt x="196772" y="218756"/>
                  <a:pt x="187022" y="189647"/>
                  <a:pt x="187909" y="167595"/>
                </a:cubicBezTo>
                <a:moveTo>
                  <a:pt x="209181" y="328134"/>
                </a:moveTo>
                <a:cubicBezTo>
                  <a:pt x="92182" y="328134"/>
                  <a:pt x="49636" y="227577"/>
                  <a:pt x="49636" y="227577"/>
                </a:cubicBezTo>
                <a:cubicBezTo>
                  <a:pt x="49636" y="227577"/>
                  <a:pt x="97500" y="233751"/>
                  <a:pt x="105477" y="235515"/>
                </a:cubicBezTo>
                <a:cubicBezTo>
                  <a:pt x="109909" y="235515"/>
                  <a:pt x="114341" y="241690"/>
                  <a:pt x="115227" y="245218"/>
                </a:cubicBezTo>
                <a:cubicBezTo>
                  <a:pt x="117000" y="254921"/>
                  <a:pt x="140932" y="318431"/>
                  <a:pt x="209181" y="318431"/>
                </a:cubicBezTo>
                <a:cubicBezTo>
                  <a:pt x="277432" y="318431"/>
                  <a:pt x="298704" y="260214"/>
                  <a:pt x="302250" y="246100"/>
                </a:cubicBezTo>
                <a:cubicBezTo>
                  <a:pt x="303136" y="240808"/>
                  <a:pt x="306681" y="237279"/>
                  <a:pt x="312886" y="236397"/>
                </a:cubicBezTo>
                <a:cubicBezTo>
                  <a:pt x="323523" y="234633"/>
                  <a:pt x="368727" y="227577"/>
                  <a:pt x="368727" y="227577"/>
                </a:cubicBezTo>
                <a:cubicBezTo>
                  <a:pt x="368727" y="227577"/>
                  <a:pt x="325295" y="328134"/>
                  <a:pt x="209181" y="328134"/>
                </a:cubicBezTo>
              </a:path>
            </a:pathLst>
          </a:custGeom>
          <a:solidFill>
            <a:schemeClr val="tx1"/>
          </a:solidFill>
          <a:ln w="8855" cap="flat">
            <a:noFill/>
            <a:prstDash val="solid"/>
            <a:miter/>
          </a:ln>
        </p:spPr>
        <p:txBody>
          <a:bodyPr/>
          <a:lstStyle/>
          <a:p>
            <a:endParaRPr lang="en-I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8C96DC22-19F6-6182-0679-6D550C61010B}"/>
              </a:ext>
            </a:extLst>
          </p:cNvPr>
          <p:cNvGrpSpPr/>
          <p:nvPr/>
        </p:nvGrpSpPr>
        <p:grpSpPr>
          <a:xfrm>
            <a:off x="4412078" y="10863359"/>
            <a:ext cx="1505930" cy="1936165"/>
            <a:chOff x="4412078" y="10863359"/>
            <a:chExt cx="1505930" cy="1936165"/>
          </a:xfrm>
          <a:solidFill>
            <a:srgbClr val="1D1D1B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09EDEC-AB5B-602E-51CF-FBC91F2AE339}"/>
                </a:ext>
              </a:extLst>
            </p:cNvPr>
            <p:cNvSpPr/>
            <p:nvPr/>
          </p:nvSpPr>
          <p:spPr>
            <a:xfrm>
              <a:off x="4662919" y="11425243"/>
              <a:ext cx="125863" cy="749767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EBA860-89DF-8757-AB76-49AE12C57D8F}"/>
                </a:ext>
              </a:extLst>
            </p:cNvPr>
            <p:cNvSpPr/>
            <p:nvPr/>
          </p:nvSpPr>
          <p:spPr>
            <a:xfrm>
              <a:off x="4726737" y="10863359"/>
              <a:ext cx="312886" cy="1123769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5AF1D7E-0A13-9D65-7665-1FFEA4416D39}"/>
                </a:ext>
              </a:extLst>
            </p:cNvPr>
            <p:cNvSpPr/>
            <p:nvPr/>
          </p:nvSpPr>
          <p:spPr>
            <a:xfrm>
              <a:off x="5415441" y="11800127"/>
              <a:ext cx="125863" cy="999396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B3713C8-D841-8545-8A6B-485DEFF82108}"/>
                </a:ext>
              </a:extLst>
            </p:cNvPr>
            <p:cNvSpPr/>
            <p:nvPr/>
          </p:nvSpPr>
          <p:spPr>
            <a:xfrm>
              <a:off x="5290464" y="11674872"/>
              <a:ext cx="187908" cy="999396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12ABFDB-580E-1588-A327-44DA627EA63D}"/>
                </a:ext>
              </a:extLst>
            </p:cNvPr>
            <p:cNvSpPr/>
            <p:nvPr/>
          </p:nvSpPr>
          <p:spPr>
            <a:xfrm>
              <a:off x="5101668" y="11674872"/>
              <a:ext cx="250840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EDE56E3-340A-4AA1-6FE2-3571037A1DFD}"/>
                </a:ext>
              </a:extLst>
            </p:cNvPr>
            <p:cNvSpPr/>
            <p:nvPr/>
          </p:nvSpPr>
          <p:spPr>
            <a:xfrm>
              <a:off x="4787896" y="12237639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BA2034-D9A3-BF9D-3677-5DD3A65438BB}"/>
                </a:ext>
              </a:extLst>
            </p:cNvPr>
            <p:cNvSpPr/>
            <p:nvPr/>
          </p:nvSpPr>
          <p:spPr>
            <a:xfrm>
              <a:off x="4913759" y="12049756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013295A-7766-1820-03BD-F228E7EB8936}"/>
                </a:ext>
              </a:extLst>
            </p:cNvPr>
            <p:cNvSpPr/>
            <p:nvPr/>
          </p:nvSpPr>
          <p:spPr>
            <a:xfrm>
              <a:off x="5416327" y="12049756"/>
              <a:ext cx="250840" cy="187000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AE2FDE-0E6D-1D56-1926-A51065685A2F}"/>
                </a:ext>
              </a:extLst>
            </p:cNvPr>
            <p:cNvSpPr/>
            <p:nvPr/>
          </p:nvSpPr>
          <p:spPr>
            <a:xfrm>
              <a:off x="4976691" y="11862755"/>
              <a:ext cx="376704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DBE9F60-A498-F685-81AE-65FB41E3D812}"/>
                </a:ext>
              </a:extLst>
            </p:cNvPr>
            <p:cNvSpPr/>
            <p:nvPr/>
          </p:nvSpPr>
          <p:spPr>
            <a:xfrm>
              <a:off x="4412078" y="11674872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965CCA-871D-B092-AD9F-7C07C3C1948F}"/>
                </a:ext>
              </a:extLst>
            </p:cNvPr>
            <p:cNvSpPr/>
            <p:nvPr/>
          </p:nvSpPr>
          <p:spPr>
            <a:xfrm>
              <a:off x="5164600" y="11487871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2E152D-E054-F876-C3E1-7C7F181233F1}"/>
                </a:ext>
              </a:extLst>
            </p:cNvPr>
            <p:cNvSpPr/>
            <p:nvPr/>
          </p:nvSpPr>
          <p:spPr>
            <a:xfrm>
              <a:off x="4787896" y="11300870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0" name="Graphic 11">
            <a:extLst>
              <a:ext uri="{FF2B5EF4-FFF2-40B4-BE49-F238E27FC236}">
                <a16:creationId xmlns:a16="http://schemas.microsoft.com/office/drawing/2014/main" id="{5188C8E6-2893-D29B-A7CB-E12D48C7FEEA}"/>
              </a:ext>
            </a:extLst>
          </p:cNvPr>
          <p:cNvGrpSpPr/>
          <p:nvPr/>
        </p:nvGrpSpPr>
        <p:grpSpPr>
          <a:xfrm>
            <a:off x="5481032" y="11337918"/>
            <a:ext cx="1506817" cy="1021448"/>
            <a:chOff x="5481032" y="11337918"/>
            <a:chExt cx="1506817" cy="1021448"/>
          </a:xfrm>
          <a:solidFill>
            <a:srgbClr val="1D1D1B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34C7C0F-71D3-ECBB-57BA-DBDC41C12EAF}"/>
                </a:ext>
              </a:extLst>
            </p:cNvPr>
            <p:cNvSpPr/>
            <p:nvPr/>
          </p:nvSpPr>
          <p:spPr>
            <a:xfrm>
              <a:off x="5857736" y="12234111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70B8AE-00AA-E471-54E8-ED6733744A29}"/>
                </a:ext>
              </a:extLst>
            </p:cNvPr>
            <p:cNvSpPr/>
            <p:nvPr/>
          </p:nvSpPr>
          <p:spPr>
            <a:xfrm>
              <a:off x="5481032" y="12047110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9014D1-1DA8-1886-68D3-C65D50327837}"/>
                </a:ext>
              </a:extLst>
            </p:cNvPr>
            <p:cNvSpPr/>
            <p:nvPr/>
          </p:nvSpPr>
          <p:spPr>
            <a:xfrm>
              <a:off x="6108577" y="11859227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71B93B-A23A-DDCF-064E-A9EA2E7C289A}"/>
                </a:ext>
              </a:extLst>
            </p:cNvPr>
            <p:cNvSpPr/>
            <p:nvPr/>
          </p:nvSpPr>
          <p:spPr>
            <a:xfrm>
              <a:off x="5481032" y="11672226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89E5B1A-9764-2C71-847C-7976E803A922}"/>
                </a:ext>
              </a:extLst>
            </p:cNvPr>
            <p:cNvSpPr/>
            <p:nvPr/>
          </p:nvSpPr>
          <p:spPr>
            <a:xfrm>
              <a:off x="6234440" y="11485225"/>
              <a:ext cx="753408" cy="125255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0B3595E-479F-54AC-2C4F-062659AE754E}"/>
                </a:ext>
              </a:extLst>
            </p:cNvPr>
            <p:cNvSpPr/>
            <p:nvPr/>
          </p:nvSpPr>
          <p:spPr>
            <a:xfrm>
              <a:off x="5855077" y="11337918"/>
              <a:ext cx="753408" cy="149953"/>
            </a:xfrm>
            <a:prstGeom prst="rect">
              <a:avLst/>
            </a:pr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37" name="Graphic 11">
            <a:extLst>
              <a:ext uri="{FF2B5EF4-FFF2-40B4-BE49-F238E27FC236}">
                <a16:creationId xmlns:a16="http://schemas.microsoft.com/office/drawing/2014/main" id="{DC549FE6-1C0E-4A09-717D-727677A77B5F}"/>
              </a:ext>
            </a:extLst>
          </p:cNvPr>
          <p:cNvGrpSpPr/>
          <p:nvPr/>
        </p:nvGrpSpPr>
        <p:grpSpPr>
          <a:xfrm>
            <a:off x="935762" y="11508159"/>
            <a:ext cx="2476498" cy="736536"/>
            <a:chOff x="935762" y="11508159"/>
            <a:chExt cx="2476498" cy="736536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9ADB158-53FA-1905-EDD2-1BFC04A90FDD}"/>
                </a:ext>
              </a:extLst>
            </p:cNvPr>
            <p:cNvSpPr/>
            <p:nvPr/>
          </p:nvSpPr>
          <p:spPr>
            <a:xfrm>
              <a:off x="937534" y="11516980"/>
              <a:ext cx="107249" cy="170241"/>
            </a:xfrm>
            <a:custGeom>
              <a:avLst/>
              <a:gdLst>
                <a:gd name="csX0" fmla="*/ 37227 w 107249"/>
                <a:gd name="csY0" fmla="*/ 31755 h 170241"/>
                <a:gd name="csX1" fmla="*/ 0 w 107249"/>
                <a:gd name="csY1" fmla="*/ 31755 h 170241"/>
                <a:gd name="csX2" fmla="*/ 0 w 107249"/>
                <a:gd name="csY2" fmla="*/ 0 h 170241"/>
                <a:gd name="csX3" fmla="*/ 107250 w 107249"/>
                <a:gd name="csY3" fmla="*/ 0 h 170241"/>
                <a:gd name="csX4" fmla="*/ 107250 w 107249"/>
                <a:gd name="csY4" fmla="*/ 31755 h 170241"/>
                <a:gd name="csX5" fmla="*/ 70023 w 107249"/>
                <a:gd name="csY5" fmla="*/ 31755 h 170241"/>
                <a:gd name="csX6" fmla="*/ 70023 w 107249"/>
                <a:gd name="csY6" fmla="*/ 170241 h 170241"/>
                <a:gd name="csX7" fmla="*/ 37227 w 107249"/>
                <a:gd name="csY7" fmla="*/ 170241 h 170241"/>
                <a:gd name="csX8" fmla="*/ 37227 w 107249"/>
                <a:gd name="csY8" fmla="*/ 31755 h 170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7249" h="170241">
                  <a:moveTo>
                    <a:pt x="37227" y="31755"/>
                  </a:moveTo>
                  <a:lnTo>
                    <a:pt x="0" y="31755"/>
                  </a:lnTo>
                  <a:lnTo>
                    <a:pt x="0" y="0"/>
                  </a:lnTo>
                  <a:lnTo>
                    <a:pt x="107250" y="0"/>
                  </a:lnTo>
                  <a:lnTo>
                    <a:pt x="107250" y="31755"/>
                  </a:lnTo>
                  <a:lnTo>
                    <a:pt x="70023" y="31755"/>
                  </a:lnTo>
                  <a:lnTo>
                    <a:pt x="70023" y="170241"/>
                  </a:lnTo>
                  <a:lnTo>
                    <a:pt x="37227" y="170241"/>
                  </a:lnTo>
                  <a:lnTo>
                    <a:pt x="37227" y="31755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F4FA239-2BFD-C903-FA9D-F3986A1EA131}"/>
                </a:ext>
              </a:extLst>
            </p:cNvPr>
            <p:cNvSpPr/>
            <p:nvPr/>
          </p:nvSpPr>
          <p:spPr>
            <a:xfrm>
              <a:off x="1056307" y="11509041"/>
              <a:ext cx="98386" cy="178180"/>
            </a:xfrm>
            <a:custGeom>
              <a:avLst/>
              <a:gdLst>
                <a:gd name="csX0" fmla="*/ 886 w 98386"/>
                <a:gd name="csY0" fmla="*/ 0 h 178180"/>
                <a:gd name="csX1" fmla="*/ 33682 w 98386"/>
                <a:gd name="csY1" fmla="*/ 0 h 178180"/>
                <a:gd name="csX2" fmla="*/ 33682 w 98386"/>
                <a:gd name="csY2" fmla="*/ 68802 h 178180"/>
                <a:gd name="csX3" fmla="*/ 33682 w 98386"/>
                <a:gd name="csY3" fmla="*/ 68802 h 178180"/>
                <a:gd name="csX4" fmla="*/ 46091 w 98386"/>
                <a:gd name="csY4" fmla="*/ 56453 h 178180"/>
                <a:gd name="csX5" fmla="*/ 62932 w 98386"/>
                <a:gd name="csY5" fmla="*/ 52043 h 178180"/>
                <a:gd name="csX6" fmla="*/ 98386 w 98386"/>
                <a:gd name="csY6" fmla="*/ 104967 h 178180"/>
                <a:gd name="csX7" fmla="*/ 98386 w 98386"/>
                <a:gd name="csY7" fmla="*/ 178180 h 178180"/>
                <a:gd name="csX8" fmla="*/ 65591 w 98386"/>
                <a:gd name="csY8" fmla="*/ 178180 h 178180"/>
                <a:gd name="csX9" fmla="*/ 65591 w 98386"/>
                <a:gd name="csY9" fmla="*/ 108496 h 178180"/>
                <a:gd name="csX10" fmla="*/ 49636 w 98386"/>
                <a:gd name="csY10" fmla="*/ 82033 h 178180"/>
                <a:gd name="csX11" fmla="*/ 33682 w 98386"/>
                <a:gd name="csY11" fmla="*/ 95265 h 178180"/>
                <a:gd name="csX12" fmla="*/ 32795 w 98386"/>
                <a:gd name="csY12" fmla="*/ 104085 h 178180"/>
                <a:gd name="csX13" fmla="*/ 32795 w 98386"/>
                <a:gd name="csY13" fmla="*/ 178180 h 178180"/>
                <a:gd name="csX14" fmla="*/ 0 w 98386"/>
                <a:gd name="csY14" fmla="*/ 178180 h 178180"/>
                <a:gd name="csX15" fmla="*/ 0 w 98386"/>
                <a:gd name="csY15" fmla="*/ 0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8386" h="178180">
                  <a:moveTo>
                    <a:pt x="886" y="0"/>
                  </a:moveTo>
                  <a:lnTo>
                    <a:pt x="33682" y="0"/>
                  </a:lnTo>
                  <a:lnTo>
                    <a:pt x="33682" y="68802"/>
                  </a:lnTo>
                  <a:lnTo>
                    <a:pt x="33682" y="68802"/>
                  </a:lnTo>
                  <a:cubicBezTo>
                    <a:pt x="37227" y="63510"/>
                    <a:pt x="40773" y="59099"/>
                    <a:pt x="46091" y="56453"/>
                  </a:cubicBezTo>
                  <a:cubicBezTo>
                    <a:pt x="51409" y="53807"/>
                    <a:pt x="56727" y="52043"/>
                    <a:pt x="62932" y="52043"/>
                  </a:cubicBezTo>
                  <a:cubicBezTo>
                    <a:pt x="84205" y="52043"/>
                    <a:pt x="98386" y="69684"/>
                    <a:pt x="98386" y="104967"/>
                  </a:cubicBezTo>
                  <a:lnTo>
                    <a:pt x="98386" y="178180"/>
                  </a:lnTo>
                  <a:lnTo>
                    <a:pt x="65591" y="178180"/>
                  </a:lnTo>
                  <a:lnTo>
                    <a:pt x="65591" y="108496"/>
                  </a:lnTo>
                  <a:cubicBezTo>
                    <a:pt x="65591" y="93500"/>
                    <a:pt x="61159" y="82033"/>
                    <a:pt x="49636" y="82033"/>
                  </a:cubicBezTo>
                  <a:cubicBezTo>
                    <a:pt x="38114" y="82033"/>
                    <a:pt x="36341" y="87326"/>
                    <a:pt x="33682" y="95265"/>
                  </a:cubicBezTo>
                  <a:cubicBezTo>
                    <a:pt x="33682" y="97911"/>
                    <a:pt x="32795" y="101439"/>
                    <a:pt x="32795" y="104085"/>
                  </a:cubicBezTo>
                  <a:lnTo>
                    <a:pt x="32795" y="178180"/>
                  </a:lnTo>
                  <a:lnTo>
                    <a:pt x="0" y="178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9236065-51CE-8B60-B6DC-CA771A912C1C}"/>
                </a:ext>
              </a:extLst>
            </p:cNvPr>
            <p:cNvSpPr/>
            <p:nvPr/>
          </p:nvSpPr>
          <p:spPr>
            <a:xfrm>
              <a:off x="1172420" y="11562848"/>
              <a:ext cx="98386" cy="127901"/>
            </a:xfrm>
            <a:custGeom>
              <a:avLst/>
              <a:gdLst>
                <a:gd name="csX0" fmla="*/ 31909 w 98386"/>
                <a:gd name="csY0" fmla="*/ 74977 h 127901"/>
                <a:gd name="csX1" fmla="*/ 60273 w 98386"/>
                <a:gd name="csY1" fmla="*/ 99675 h 127901"/>
                <a:gd name="csX2" fmla="*/ 87750 w 98386"/>
                <a:gd name="csY2" fmla="*/ 95265 h 127901"/>
                <a:gd name="csX3" fmla="*/ 92182 w 98386"/>
                <a:gd name="csY3" fmla="*/ 120845 h 127901"/>
                <a:gd name="csX4" fmla="*/ 54955 w 98386"/>
                <a:gd name="csY4" fmla="*/ 127902 h 127901"/>
                <a:gd name="csX5" fmla="*/ 0 w 98386"/>
                <a:gd name="csY5" fmla="*/ 66156 h 127901"/>
                <a:gd name="csX6" fmla="*/ 52295 w 98386"/>
                <a:gd name="csY6" fmla="*/ 0 h 127901"/>
                <a:gd name="csX7" fmla="*/ 98386 w 98386"/>
                <a:gd name="csY7" fmla="*/ 60864 h 127901"/>
                <a:gd name="csX8" fmla="*/ 97500 w 98386"/>
                <a:gd name="csY8" fmla="*/ 76741 h 127901"/>
                <a:gd name="csX9" fmla="*/ 31909 w 98386"/>
                <a:gd name="csY9" fmla="*/ 76741 h 127901"/>
                <a:gd name="csX10" fmla="*/ 67364 w 98386"/>
                <a:gd name="csY10" fmla="*/ 49396 h 127901"/>
                <a:gd name="csX11" fmla="*/ 50523 w 98386"/>
                <a:gd name="csY11" fmla="*/ 23816 h 127901"/>
                <a:gd name="csX12" fmla="*/ 31909 w 98386"/>
                <a:gd name="csY12" fmla="*/ 49396 h 127901"/>
                <a:gd name="csX13" fmla="*/ 68250 w 98386"/>
                <a:gd name="csY13" fmla="*/ 49396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8386" h="127901">
                  <a:moveTo>
                    <a:pt x="31909" y="74977"/>
                  </a:moveTo>
                  <a:cubicBezTo>
                    <a:pt x="31909" y="91736"/>
                    <a:pt x="45205" y="99675"/>
                    <a:pt x="60273" y="99675"/>
                  </a:cubicBezTo>
                  <a:cubicBezTo>
                    <a:pt x="75341" y="99675"/>
                    <a:pt x="79773" y="97911"/>
                    <a:pt x="87750" y="95265"/>
                  </a:cubicBezTo>
                  <a:lnTo>
                    <a:pt x="92182" y="120845"/>
                  </a:lnTo>
                  <a:cubicBezTo>
                    <a:pt x="81545" y="125255"/>
                    <a:pt x="68250" y="127902"/>
                    <a:pt x="54955" y="127902"/>
                  </a:cubicBezTo>
                  <a:cubicBezTo>
                    <a:pt x="19500" y="127902"/>
                    <a:pt x="0" y="104085"/>
                    <a:pt x="0" y="66156"/>
                  </a:cubicBezTo>
                  <a:cubicBezTo>
                    <a:pt x="0" y="28227"/>
                    <a:pt x="17727" y="0"/>
                    <a:pt x="52295" y="0"/>
                  </a:cubicBezTo>
                  <a:cubicBezTo>
                    <a:pt x="86864" y="0"/>
                    <a:pt x="98386" y="28227"/>
                    <a:pt x="98386" y="60864"/>
                  </a:cubicBezTo>
                  <a:cubicBezTo>
                    <a:pt x="98386" y="93500"/>
                    <a:pt x="98386" y="74095"/>
                    <a:pt x="97500" y="76741"/>
                  </a:cubicBezTo>
                  <a:lnTo>
                    <a:pt x="31909" y="76741"/>
                  </a:lnTo>
                  <a:close/>
                  <a:moveTo>
                    <a:pt x="67364" y="49396"/>
                  </a:moveTo>
                  <a:cubicBezTo>
                    <a:pt x="67364" y="37929"/>
                    <a:pt x="63818" y="23816"/>
                    <a:pt x="50523" y="23816"/>
                  </a:cubicBezTo>
                  <a:cubicBezTo>
                    <a:pt x="37227" y="23816"/>
                    <a:pt x="31909" y="38812"/>
                    <a:pt x="31909" y="49396"/>
                  </a:cubicBezTo>
                  <a:lnTo>
                    <a:pt x="68250" y="4939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15D843D-4633-5586-D0AF-3C5C0A3F8461}"/>
                </a:ext>
              </a:extLst>
            </p:cNvPr>
            <p:cNvSpPr/>
            <p:nvPr/>
          </p:nvSpPr>
          <p:spPr>
            <a:xfrm>
              <a:off x="1327534" y="11516980"/>
              <a:ext cx="32795" cy="170241"/>
            </a:xfrm>
            <a:custGeom>
              <a:avLst/>
              <a:gdLst>
                <a:gd name="csX0" fmla="*/ 32795 w 32795"/>
                <a:gd name="csY0" fmla="*/ 0 h 170241"/>
                <a:gd name="csX1" fmla="*/ 32795 w 32795"/>
                <a:gd name="csY1" fmla="*/ 170241 h 170241"/>
                <a:gd name="csX2" fmla="*/ 0 w 32795"/>
                <a:gd name="csY2" fmla="*/ 170241 h 170241"/>
                <a:gd name="csX3" fmla="*/ 0 w 32795"/>
                <a:gd name="csY3" fmla="*/ 0 h 170241"/>
                <a:gd name="csX4" fmla="*/ 32795 w 32795"/>
                <a:gd name="csY4" fmla="*/ 0 h 170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795" h="170241">
                  <a:moveTo>
                    <a:pt x="32795" y="0"/>
                  </a:moveTo>
                  <a:lnTo>
                    <a:pt x="32795" y="170241"/>
                  </a:lnTo>
                  <a:lnTo>
                    <a:pt x="0" y="170241"/>
                  </a:lnTo>
                  <a:lnTo>
                    <a:pt x="0" y="0"/>
                  </a:lnTo>
                  <a:lnTo>
                    <a:pt x="32795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B333DFE-B49B-1099-B1A9-53B03B6F2EEE}"/>
                </a:ext>
              </a:extLst>
            </p:cNvPr>
            <p:cNvSpPr/>
            <p:nvPr/>
          </p:nvSpPr>
          <p:spPr>
            <a:xfrm>
              <a:off x="1377170" y="11509041"/>
              <a:ext cx="106363" cy="180826"/>
            </a:xfrm>
            <a:custGeom>
              <a:avLst/>
              <a:gdLst>
                <a:gd name="csX0" fmla="*/ 1773 w 106363"/>
                <a:gd name="csY0" fmla="*/ 0 h 180826"/>
                <a:gd name="csX1" fmla="*/ 34568 w 106363"/>
                <a:gd name="csY1" fmla="*/ 0 h 180826"/>
                <a:gd name="csX2" fmla="*/ 34568 w 106363"/>
                <a:gd name="csY2" fmla="*/ 68802 h 180826"/>
                <a:gd name="csX3" fmla="*/ 34568 w 106363"/>
                <a:gd name="csY3" fmla="*/ 68802 h 180826"/>
                <a:gd name="csX4" fmla="*/ 64705 w 106363"/>
                <a:gd name="csY4" fmla="*/ 52043 h 180826"/>
                <a:gd name="csX5" fmla="*/ 106364 w 106363"/>
                <a:gd name="csY5" fmla="*/ 113788 h 180826"/>
                <a:gd name="csX6" fmla="*/ 60273 w 106363"/>
                <a:gd name="csY6" fmla="*/ 180826 h 180826"/>
                <a:gd name="csX7" fmla="*/ 30136 w 106363"/>
                <a:gd name="csY7" fmla="*/ 162303 h 180826"/>
                <a:gd name="csX8" fmla="*/ 30136 w 106363"/>
                <a:gd name="csY8" fmla="*/ 162303 h 180826"/>
                <a:gd name="csX9" fmla="*/ 28364 w 106363"/>
                <a:gd name="csY9" fmla="*/ 179062 h 180826"/>
                <a:gd name="csX10" fmla="*/ 0 w 106363"/>
                <a:gd name="csY10" fmla="*/ 179062 h 180826"/>
                <a:gd name="csX11" fmla="*/ 886 w 106363"/>
                <a:gd name="csY11" fmla="*/ 142015 h 180826"/>
                <a:gd name="csX12" fmla="*/ 886 w 106363"/>
                <a:gd name="csY12" fmla="*/ 882 h 180826"/>
                <a:gd name="csX13" fmla="*/ 35455 w 106363"/>
                <a:gd name="csY13" fmla="*/ 127902 h 180826"/>
                <a:gd name="csX14" fmla="*/ 35455 w 106363"/>
                <a:gd name="csY14" fmla="*/ 134958 h 180826"/>
                <a:gd name="csX15" fmla="*/ 53182 w 106363"/>
                <a:gd name="csY15" fmla="*/ 150836 h 180826"/>
                <a:gd name="csX16" fmla="*/ 74455 w 106363"/>
                <a:gd name="csY16" fmla="*/ 115552 h 180826"/>
                <a:gd name="csX17" fmla="*/ 53182 w 106363"/>
                <a:gd name="csY17" fmla="*/ 81151 h 180826"/>
                <a:gd name="csX18" fmla="*/ 36341 w 106363"/>
                <a:gd name="csY18" fmla="*/ 97911 h 180826"/>
                <a:gd name="csX19" fmla="*/ 35455 w 106363"/>
                <a:gd name="csY19" fmla="*/ 104967 h 180826"/>
                <a:gd name="csX20" fmla="*/ 35455 w 106363"/>
                <a:gd name="csY20" fmla="*/ 127902 h 180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06363" h="180826">
                  <a:moveTo>
                    <a:pt x="1773" y="0"/>
                  </a:moveTo>
                  <a:lnTo>
                    <a:pt x="34568" y="0"/>
                  </a:lnTo>
                  <a:lnTo>
                    <a:pt x="34568" y="68802"/>
                  </a:lnTo>
                  <a:lnTo>
                    <a:pt x="34568" y="68802"/>
                  </a:lnTo>
                  <a:cubicBezTo>
                    <a:pt x="40773" y="59099"/>
                    <a:pt x="50523" y="52043"/>
                    <a:pt x="64705" y="52043"/>
                  </a:cubicBezTo>
                  <a:cubicBezTo>
                    <a:pt x="89523" y="52043"/>
                    <a:pt x="106364" y="77623"/>
                    <a:pt x="106364" y="113788"/>
                  </a:cubicBezTo>
                  <a:cubicBezTo>
                    <a:pt x="106364" y="157892"/>
                    <a:pt x="84205" y="180826"/>
                    <a:pt x="60273" y="180826"/>
                  </a:cubicBezTo>
                  <a:cubicBezTo>
                    <a:pt x="36341" y="180826"/>
                    <a:pt x="37227" y="175534"/>
                    <a:pt x="30136" y="162303"/>
                  </a:cubicBezTo>
                  <a:lnTo>
                    <a:pt x="30136" y="162303"/>
                  </a:lnTo>
                  <a:lnTo>
                    <a:pt x="28364" y="179062"/>
                  </a:lnTo>
                  <a:lnTo>
                    <a:pt x="0" y="179062"/>
                  </a:lnTo>
                  <a:cubicBezTo>
                    <a:pt x="0" y="170241"/>
                    <a:pt x="886" y="155246"/>
                    <a:pt x="886" y="142015"/>
                  </a:cubicBezTo>
                  <a:lnTo>
                    <a:pt x="886" y="882"/>
                  </a:lnTo>
                  <a:close/>
                  <a:moveTo>
                    <a:pt x="35455" y="127902"/>
                  </a:moveTo>
                  <a:cubicBezTo>
                    <a:pt x="35455" y="130548"/>
                    <a:pt x="35455" y="133194"/>
                    <a:pt x="35455" y="134958"/>
                  </a:cubicBezTo>
                  <a:cubicBezTo>
                    <a:pt x="38114" y="144661"/>
                    <a:pt x="44318" y="150836"/>
                    <a:pt x="53182" y="150836"/>
                  </a:cubicBezTo>
                  <a:cubicBezTo>
                    <a:pt x="66477" y="150836"/>
                    <a:pt x="74455" y="137604"/>
                    <a:pt x="74455" y="115552"/>
                  </a:cubicBezTo>
                  <a:cubicBezTo>
                    <a:pt x="74455" y="93500"/>
                    <a:pt x="67364" y="81151"/>
                    <a:pt x="53182" y="81151"/>
                  </a:cubicBezTo>
                  <a:cubicBezTo>
                    <a:pt x="39000" y="81151"/>
                    <a:pt x="38114" y="88208"/>
                    <a:pt x="36341" y="97911"/>
                  </a:cubicBezTo>
                  <a:cubicBezTo>
                    <a:pt x="36341" y="99675"/>
                    <a:pt x="35455" y="102321"/>
                    <a:pt x="35455" y="104967"/>
                  </a:cubicBezTo>
                  <a:lnTo>
                    <a:pt x="35455" y="127902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98B3643-CFA0-B8C1-2FF8-EEB11B2AC075}"/>
                </a:ext>
              </a:extLst>
            </p:cNvPr>
            <p:cNvSpPr/>
            <p:nvPr/>
          </p:nvSpPr>
          <p:spPr>
            <a:xfrm>
              <a:off x="1488852" y="11563730"/>
              <a:ext cx="108136" cy="179062"/>
            </a:xfrm>
            <a:custGeom>
              <a:avLst/>
              <a:gdLst>
                <a:gd name="csX0" fmla="*/ 37227 w 108136"/>
                <a:gd name="csY0" fmla="*/ 0 h 179062"/>
                <a:gd name="csX1" fmla="*/ 52295 w 108136"/>
                <a:gd name="csY1" fmla="*/ 61746 h 179062"/>
                <a:gd name="csX2" fmla="*/ 56727 w 108136"/>
                <a:gd name="csY2" fmla="*/ 83798 h 179062"/>
                <a:gd name="csX3" fmla="*/ 56727 w 108136"/>
                <a:gd name="csY3" fmla="*/ 83798 h 179062"/>
                <a:gd name="csX4" fmla="*/ 61159 w 108136"/>
                <a:gd name="csY4" fmla="*/ 61746 h 179062"/>
                <a:gd name="csX5" fmla="*/ 73568 w 108136"/>
                <a:gd name="csY5" fmla="*/ 0 h 179062"/>
                <a:gd name="csX6" fmla="*/ 108136 w 108136"/>
                <a:gd name="csY6" fmla="*/ 0 h 179062"/>
                <a:gd name="csX7" fmla="*/ 83318 w 108136"/>
                <a:gd name="csY7" fmla="*/ 85562 h 179062"/>
                <a:gd name="csX8" fmla="*/ 48750 w 108136"/>
                <a:gd name="csY8" fmla="*/ 161421 h 179062"/>
                <a:gd name="csX9" fmla="*/ 17727 w 108136"/>
                <a:gd name="csY9" fmla="*/ 179062 h 179062"/>
                <a:gd name="csX10" fmla="*/ 9750 w 108136"/>
                <a:gd name="csY10" fmla="*/ 148189 h 179062"/>
                <a:gd name="csX11" fmla="*/ 24818 w 108136"/>
                <a:gd name="csY11" fmla="*/ 140251 h 179062"/>
                <a:gd name="csX12" fmla="*/ 37227 w 108136"/>
                <a:gd name="csY12" fmla="*/ 125255 h 179062"/>
                <a:gd name="csX13" fmla="*/ 39000 w 108136"/>
                <a:gd name="csY13" fmla="*/ 119963 h 179062"/>
                <a:gd name="csX14" fmla="*/ 37227 w 108136"/>
                <a:gd name="csY14" fmla="*/ 113788 h 179062"/>
                <a:gd name="csX15" fmla="*/ 0 w 108136"/>
                <a:gd name="csY15" fmla="*/ 0 h 179062"/>
                <a:gd name="csX16" fmla="*/ 36341 w 108136"/>
                <a:gd name="csY16" fmla="*/ 0 h 179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8136" h="179062">
                  <a:moveTo>
                    <a:pt x="37227" y="0"/>
                  </a:moveTo>
                  <a:lnTo>
                    <a:pt x="52295" y="61746"/>
                  </a:lnTo>
                  <a:cubicBezTo>
                    <a:pt x="54068" y="68802"/>
                    <a:pt x="55841" y="77623"/>
                    <a:pt x="56727" y="83798"/>
                  </a:cubicBezTo>
                  <a:lnTo>
                    <a:pt x="56727" y="83798"/>
                  </a:lnTo>
                  <a:cubicBezTo>
                    <a:pt x="58500" y="77623"/>
                    <a:pt x="59386" y="68802"/>
                    <a:pt x="61159" y="61746"/>
                  </a:cubicBezTo>
                  <a:lnTo>
                    <a:pt x="73568" y="0"/>
                  </a:lnTo>
                  <a:lnTo>
                    <a:pt x="108136" y="0"/>
                  </a:lnTo>
                  <a:lnTo>
                    <a:pt x="83318" y="85562"/>
                  </a:lnTo>
                  <a:cubicBezTo>
                    <a:pt x="70023" y="127019"/>
                    <a:pt x="61159" y="147307"/>
                    <a:pt x="48750" y="161421"/>
                  </a:cubicBezTo>
                  <a:cubicBezTo>
                    <a:pt x="37227" y="172888"/>
                    <a:pt x="25705" y="178180"/>
                    <a:pt x="17727" y="179062"/>
                  </a:cubicBezTo>
                  <a:lnTo>
                    <a:pt x="9750" y="148189"/>
                  </a:lnTo>
                  <a:cubicBezTo>
                    <a:pt x="14182" y="147307"/>
                    <a:pt x="19500" y="143779"/>
                    <a:pt x="24818" y="140251"/>
                  </a:cubicBezTo>
                  <a:cubicBezTo>
                    <a:pt x="29250" y="136722"/>
                    <a:pt x="34568" y="130548"/>
                    <a:pt x="37227" y="125255"/>
                  </a:cubicBezTo>
                  <a:cubicBezTo>
                    <a:pt x="38114" y="123491"/>
                    <a:pt x="39000" y="121727"/>
                    <a:pt x="39000" y="119963"/>
                  </a:cubicBezTo>
                  <a:cubicBezTo>
                    <a:pt x="39000" y="118199"/>
                    <a:pt x="39000" y="117317"/>
                    <a:pt x="37227" y="113788"/>
                  </a:cubicBezTo>
                  <a:lnTo>
                    <a:pt x="0" y="0"/>
                  </a:lnTo>
                  <a:lnTo>
                    <a:pt x="36341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D67D58E-59AE-6633-BF0C-2077F8EDAD77}"/>
                </a:ext>
              </a:extLst>
            </p:cNvPr>
            <p:cNvSpPr/>
            <p:nvPr/>
          </p:nvSpPr>
          <p:spPr>
            <a:xfrm>
              <a:off x="1611170" y="11514333"/>
              <a:ext cx="136499" cy="175533"/>
            </a:xfrm>
            <a:custGeom>
              <a:avLst/>
              <a:gdLst>
                <a:gd name="csX0" fmla="*/ 98386 w 136499"/>
                <a:gd name="csY0" fmla="*/ 172888 h 175533"/>
                <a:gd name="csX1" fmla="*/ 89523 w 136499"/>
                <a:gd name="csY1" fmla="*/ 161421 h 175533"/>
                <a:gd name="csX2" fmla="*/ 50523 w 136499"/>
                <a:gd name="csY2" fmla="*/ 175534 h 175533"/>
                <a:gd name="csX3" fmla="*/ 0 w 136499"/>
                <a:gd name="csY3" fmla="*/ 127902 h 175533"/>
                <a:gd name="csX4" fmla="*/ 27477 w 136499"/>
                <a:gd name="csY4" fmla="*/ 79387 h 175533"/>
                <a:gd name="csX5" fmla="*/ 27477 w 136499"/>
                <a:gd name="csY5" fmla="*/ 79387 h 175533"/>
                <a:gd name="csX6" fmla="*/ 15955 w 136499"/>
                <a:gd name="csY6" fmla="*/ 44104 h 175533"/>
                <a:gd name="csX7" fmla="*/ 59386 w 136499"/>
                <a:gd name="csY7" fmla="*/ 0 h 175533"/>
                <a:gd name="csX8" fmla="*/ 98386 w 136499"/>
                <a:gd name="csY8" fmla="*/ 39694 h 175533"/>
                <a:gd name="csX9" fmla="*/ 69136 w 136499"/>
                <a:gd name="csY9" fmla="*/ 83798 h 175533"/>
                <a:gd name="csX10" fmla="*/ 69136 w 136499"/>
                <a:gd name="csY10" fmla="*/ 83798 h 175533"/>
                <a:gd name="csX11" fmla="*/ 93955 w 136499"/>
                <a:gd name="csY11" fmla="*/ 118199 h 175533"/>
                <a:gd name="csX12" fmla="*/ 105477 w 136499"/>
                <a:gd name="csY12" fmla="*/ 77623 h 175533"/>
                <a:gd name="csX13" fmla="*/ 134727 w 136499"/>
                <a:gd name="csY13" fmla="*/ 77623 h 175533"/>
                <a:gd name="csX14" fmla="*/ 110795 w 136499"/>
                <a:gd name="csY14" fmla="*/ 141133 h 175533"/>
                <a:gd name="csX15" fmla="*/ 136500 w 136499"/>
                <a:gd name="csY15" fmla="*/ 173770 h 175533"/>
                <a:gd name="csX16" fmla="*/ 99273 w 136499"/>
                <a:gd name="csY16" fmla="*/ 173770 h 175533"/>
                <a:gd name="csX17" fmla="*/ 54955 w 136499"/>
                <a:gd name="csY17" fmla="*/ 148189 h 175533"/>
                <a:gd name="csX18" fmla="*/ 74455 w 136499"/>
                <a:gd name="csY18" fmla="*/ 140251 h 175533"/>
                <a:gd name="csX19" fmla="*/ 41659 w 136499"/>
                <a:gd name="csY19" fmla="*/ 97911 h 175533"/>
                <a:gd name="csX20" fmla="*/ 30136 w 136499"/>
                <a:gd name="csY20" fmla="*/ 121727 h 175533"/>
                <a:gd name="csX21" fmla="*/ 54068 w 136499"/>
                <a:gd name="csY21" fmla="*/ 148189 h 175533"/>
                <a:gd name="csX22" fmla="*/ 54068 w 136499"/>
                <a:gd name="csY22" fmla="*/ 148189 h 175533"/>
                <a:gd name="csX23" fmla="*/ 58500 w 136499"/>
                <a:gd name="csY23" fmla="*/ 22934 h 175533"/>
                <a:gd name="csX24" fmla="*/ 46091 w 136499"/>
                <a:gd name="csY24" fmla="*/ 40576 h 175533"/>
                <a:gd name="csX25" fmla="*/ 55841 w 136499"/>
                <a:gd name="csY25" fmla="*/ 65274 h 175533"/>
                <a:gd name="csX26" fmla="*/ 71795 w 136499"/>
                <a:gd name="csY26" fmla="*/ 39694 h 175533"/>
                <a:gd name="csX27" fmla="*/ 59386 w 136499"/>
                <a:gd name="csY27" fmla="*/ 22934 h 175533"/>
                <a:gd name="csX28" fmla="*/ 59386 w 136499"/>
                <a:gd name="csY28" fmla="*/ 22934 h 175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36499" h="175533">
                  <a:moveTo>
                    <a:pt x="98386" y="172888"/>
                  </a:moveTo>
                  <a:cubicBezTo>
                    <a:pt x="94841" y="169359"/>
                    <a:pt x="92182" y="165831"/>
                    <a:pt x="89523" y="161421"/>
                  </a:cubicBezTo>
                  <a:cubicBezTo>
                    <a:pt x="79773" y="170241"/>
                    <a:pt x="66477" y="175534"/>
                    <a:pt x="50523" y="175534"/>
                  </a:cubicBezTo>
                  <a:cubicBezTo>
                    <a:pt x="16841" y="175534"/>
                    <a:pt x="0" y="152600"/>
                    <a:pt x="0" y="127902"/>
                  </a:cubicBezTo>
                  <a:cubicBezTo>
                    <a:pt x="0" y="103203"/>
                    <a:pt x="10636" y="89972"/>
                    <a:pt x="27477" y="79387"/>
                  </a:cubicBezTo>
                  <a:lnTo>
                    <a:pt x="27477" y="79387"/>
                  </a:lnTo>
                  <a:cubicBezTo>
                    <a:pt x="20386" y="69684"/>
                    <a:pt x="15955" y="56453"/>
                    <a:pt x="15955" y="44104"/>
                  </a:cubicBezTo>
                  <a:cubicBezTo>
                    <a:pt x="15955" y="22052"/>
                    <a:pt x="31023" y="0"/>
                    <a:pt x="59386" y="0"/>
                  </a:cubicBezTo>
                  <a:cubicBezTo>
                    <a:pt x="87750" y="0"/>
                    <a:pt x="98386" y="14995"/>
                    <a:pt x="98386" y="39694"/>
                  </a:cubicBezTo>
                  <a:cubicBezTo>
                    <a:pt x="98386" y="64392"/>
                    <a:pt x="90409" y="70566"/>
                    <a:pt x="69136" y="83798"/>
                  </a:cubicBezTo>
                  <a:lnTo>
                    <a:pt x="69136" y="83798"/>
                  </a:lnTo>
                  <a:cubicBezTo>
                    <a:pt x="77114" y="95265"/>
                    <a:pt x="86864" y="109378"/>
                    <a:pt x="93955" y="118199"/>
                  </a:cubicBezTo>
                  <a:cubicBezTo>
                    <a:pt x="100159" y="107614"/>
                    <a:pt x="103705" y="91736"/>
                    <a:pt x="105477" y="77623"/>
                  </a:cubicBezTo>
                  <a:lnTo>
                    <a:pt x="134727" y="77623"/>
                  </a:lnTo>
                  <a:cubicBezTo>
                    <a:pt x="131182" y="102321"/>
                    <a:pt x="124091" y="125255"/>
                    <a:pt x="110795" y="141133"/>
                  </a:cubicBezTo>
                  <a:cubicBezTo>
                    <a:pt x="118773" y="150836"/>
                    <a:pt x="126750" y="162303"/>
                    <a:pt x="136500" y="173770"/>
                  </a:cubicBezTo>
                  <a:lnTo>
                    <a:pt x="99273" y="173770"/>
                  </a:lnTo>
                  <a:close/>
                  <a:moveTo>
                    <a:pt x="54955" y="148189"/>
                  </a:moveTo>
                  <a:cubicBezTo>
                    <a:pt x="62932" y="148189"/>
                    <a:pt x="70023" y="144661"/>
                    <a:pt x="74455" y="140251"/>
                  </a:cubicBezTo>
                  <a:cubicBezTo>
                    <a:pt x="65591" y="129666"/>
                    <a:pt x="53182" y="113788"/>
                    <a:pt x="41659" y="97911"/>
                  </a:cubicBezTo>
                  <a:cubicBezTo>
                    <a:pt x="36341" y="102321"/>
                    <a:pt x="30136" y="110260"/>
                    <a:pt x="30136" y="121727"/>
                  </a:cubicBezTo>
                  <a:cubicBezTo>
                    <a:pt x="30136" y="133194"/>
                    <a:pt x="39000" y="148189"/>
                    <a:pt x="54068" y="148189"/>
                  </a:cubicBezTo>
                  <a:lnTo>
                    <a:pt x="54068" y="148189"/>
                  </a:lnTo>
                  <a:close/>
                  <a:moveTo>
                    <a:pt x="58500" y="22934"/>
                  </a:moveTo>
                  <a:cubicBezTo>
                    <a:pt x="50523" y="22934"/>
                    <a:pt x="46091" y="30873"/>
                    <a:pt x="46091" y="40576"/>
                  </a:cubicBezTo>
                  <a:cubicBezTo>
                    <a:pt x="46091" y="50279"/>
                    <a:pt x="49636" y="57335"/>
                    <a:pt x="55841" y="65274"/>
                  </a:cubicBezTo>
                  <a:cubicBezTo>
                    <a:pt x="66477" y="57335"/>
                    <a:pt x="71795" y="49396"/>
                    <a:pt x="71795" y="39694"/>
                  </a:cubicBezTo>
                  <a:cubicBezTo>
                    <a:pt x="71795" y="29991"/>
                    <a:pt x="68250" y="22934"/>
                    <a:pt x="59386" y="22934"/>
                  </a:cubicBezTo>
                  <a:lnTo>
                    <a:pt x="59386" y="22934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651BF0C-793E-6A41-F087-302EDA391494}"/>
                </a:ext>
              </a:extLst>
            </p:cNvPr>
            <p:cNvSpPr/>
            <p:nvPr/>
          </p:nvSpPr>
          <p:spPr>
            <a:xfrm>
              <a:off x="1761852" y="11516980"/>
              <a:ext cx="127636" cy="170241"/>
            </a:xfrm>
            <a:custGeom>
              <a:avLst/>
              <a:gdLst>
                <a:gd name="csX0" fmla="*/ 43432 w 127636"/>
                <a:gd name="csY0" fmla="*/ 127902 h 170241"/>
                <a:gd name="csX1" fmla="*/ 33682 w 127636"/>
                <a:gd name="csY1" fmla="*/ 170241 h 170241"/>
                <a:gd name="csX2" fmla="*/ 0 w 127636"/>
                <a:gd name="csY2" fmla="*/ 170241 h 170241"/>
                <a:gd name="csX3" fmla="*/ 42545 w 127636"/>
                <a:gd name="csY3" fmla="*/ 0 h 170241"/>
                <a:gd name="csX4" fmla="*/ 85091 w 127636"/>
                <a:gd name="csY4" fmla="*/ 0 h 170241"/>
                <a:gd name="csX5" fmla="*/ 127636 w 127636"/>
                <a:gd name="csY5" fmla="*/ 170241 h 170241"/>
                <a:gd name="csX6" fmla="*/ 93068 w 127636"/>
                <a:gd name="csY6" fmla="*/ 170241 h 170241"/>
                <a:gd name="csX7" fmla="*/ 82432 w 127636"/>
                <a:gd name="csY7" fmla="*/ 127902 h 170241"/>
                <a:gd name="csX8" fmla="*/ 43432 w 127636"/>
                <a:gd name="csY8" fmla="*/ 127902 h 170241"/>
                <a:gd name="csX9" fmla="*/ 78000 w 127636"/>
                <a:gd name="csY9" fmla="*/ 99675 h 170241"/>
                <a:gd name="csX10" fmla="*/ 70023 w 127636"/>
                <a:gd name="csY10" fmla="*/ 63510 h 170241"/>
                <a:gd name="csX11" fmla="*/ 62932 w 127636"/>
                <a:gd name="csY11" fmla="*/ 29109 h 170241"/>
                <a:gd name="csX12" fmla="*/ 62932 w 127636"/>
                <a:gd name="csY12" fmla="*/ 29109 h 170241"/>
                <a:gd name="csX13" fmla="*/ 56727 w 127636"/>
                <a:gd name="csY13" fmla="*/ 64392 h 170241"/>
                <a:gd name="csX14" fmla="*/ 48750 w 127636"/>
                <a:gd name="csY14" fmla="*/ 100557 h 170241"/>
                <a:gd name="csX15" fmla="*/ 78886 w 127636"/>
                <a:gd name="csY15" fmla="*/ 100557 h 170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7636" h="170241">
                  <a:moveTo>
                    <a:pt x="43432" y="127902"/>
                  </a:moveTo>
                  <a:lnTo>
                    <a:pt x="33682" y="170241"/>
                  </a:lnTo>
                  <a:lnTo>
                    <a:pt x="0" y="170241"/>
                  </a:lnTo>
                  <a:lnTo>
                    <a:pt x="42545" y="0"/>
                  </a:lnTo>
                  <a:lnTo>
                    <a:pt x="85091" y="0"/>
                  </a:lnTo>
                  <a:lnTo>
                    <a:pt x="127636" y="170241"/>
                  </a:lnTo>
                  <a:lnTo>
                    <a:pt x="93068" y="170241"/>
                  </a:lnTo>
                  <a:lnTo>
                    <a:pt x="82432" y="127902"/>
                  </a:lnTo>
                  <a:lnTo>
                    <a:pt x="43432" y="127902"/>
                  </a:lnTo>
                  <a:close/>
                  <a:moveTo>
                    <a:pt x="78000" y="99675"/>
                  </a:moveTo>
                  <a:lnTo>
                    <a:pt x="70023" y="63510"/>
                  </a:lnTo>
                  <a:cubicBezTo>
                    <a:pt x="67364" y="53807"/>
                    <a:pt x="65591" y="38812"/>
                    <a:pt x="62932" y="29109"/>
                  </a:cubicBezTo>
                  <a:lnTo>
                    <a:pt x="62932" y="29109"/>
                  </a:lnTo>
                  <a:cubicBezTo>
                    <a:pt x="61159" y="39694"/>
                    <a:pt x="58500" y="53807"/>
                    <a:pt x="56727" y="64392"/>
                  </a:cubicBezTo>
                  <a:lnTo>
                    <a:pt x="48750" y="100557"/>
                  </a:lnTo>
                  <a:lnTo>
                    <a:pt x="78886" y="100557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2BE252A-5B6C-C08D-6526-EB8C6F664850}"/>
                </a:ext>
              </a:extLst>
            </p:cNvPr>
            <p:cNvSpPr/>
            <p:nvPr/>
          </p:nvSpPr>
          <p:spPr>
            <a:xfrm>
              <a:off x="1903670" y="11509041"/>
              <a:ext cx="32795" cy="178180"/>
            </a:xfrm>
            <a:custGeom>
              <a:avLst/>
              <a:gdLst>
                <a:gd name="csX0" fmla="*/ 0 w 32795"/>
                <a:gd name="csY0" fmla="*/ 0 h 178180"/>
                <a:gd name="csX1" fmla="*/ 32795 w 32795"/>
                <a:gd name="csY1" fmla="*/ 0 h 178180"/>
                <a:gd name="csX2" fmla="*/ 32795 w 32795"/>
                <a:gd name="csY2" fmla="*/ 178180 h 178180"/>
                <a:gd name="csX3" fmla="*/ 0 w 32795"/>
                <a:gd name="csY3" fmla="*/ 178180 h 178180"/>
                <a:gd name="csX4" fmla="*/ 0 w 32795"/>
                <a:gd name="csY4" fmla="*/ 0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795" h="178180">
                  <a:moveTo>
                    <a:pt x="0" y="0"/>
                  </a:moveTo>
                  <a:lnTo>
                    <a:pt x="32795" y="0"/>
                  </a:lnTo>
                  <a:lnTo>
                    <a:pt x="32795" y="178180"/>
                  </a:lnTo>
                  <a:lnTo>
                    <a:pt x="0" y="178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873C6D8-543F-0935-82EC-9B2CB75620DC}"/>
                </a:ext>
              </a:extLst>
            </p:cNvPr>
            <p:cNvSpPr/>
            <p:nvPr/>
          </p:nvSpPr>
          <p:spPr>
            <a:xfrm>
              <a:off x="1951534" y="11561084"/>
              <a:ext cx="95727" cy="127901"/>
            </a:xfrm>
            <a:custGeom>
              <a:avLst/>
              <a:gdLst>
                <a:gd name="csX0" fmla="*/ 93954 w 95727"/>
                <a:gd name="csY0" fmla="*/ 96147 h 127901"/>
                <a:gd name="csX1" fmla="*/ 95727 w 95727"/>
                <a:gd name="csY1" fmla="*/ 125255 h 127901"/>
                <a:gd name="csX2" fmla="*/ 65591 w 95727"/>
                <a:gd name="csY2" fmla="*/ 125255 h 127901"/>
                <a:gd name="csX3" fmla="*/ 63818 w 95727"/>
                <a:gd name="csY3" fmla="*/ 112906 h 127901"/>
                <a:gd name="csX4" fmla="*/ 63818 w 95727"/>
                <a:gd name="csY4" fmla="*/ 112906 h 127901"/>
                <a:gd name="csX5" fmla="*/ 33682 w 95727"/>
                <a:gd name="csY5" fmla="*/ 127902 h 127901"/>
                <a:gd name="csX6" fmla="*/ 0 w 95727"/>
                <a:gd name="csY6" fmla="*/ 89972 h 127901"/>
                <a:gd name="csX7" fmla="*/ 61159 w 95727"/>
                <a:gd name="csY7" fmla="*/ 43222 h 127901"/>
                <a:gd name="csX8" fmla="*/ 61159 w 95727"/>
                <a:gd name="csY8" fmla="*/ 41458 h 127901"/>
                <a:gd name="csX9" fmla="*/ 42545 w 95727"/>
                <a:gd name="csY9" fmla="*/ 25580 h 127901"/>
                <a:gd name="csX10" fmla="*/ 14182 w 95727"/>
                <a:gd name="csY10" fmla="*/ 34401 h 127901"/>
                <a:gd name="csX11" fmla="*/ 7977 w 95727"/>
                <a:gd name="csY11" fmla="*/ 10585 h 127901"/>
                <a:gd name="csX12" fmla="*/ 48750 w 95727"/>
                <a:gd name="csY12" fmla="*/ 0 h 127901"/>
                <a:gd name="csX13" fmla="*/ 94841 w 95727"/>
                <a:gd name="csY13" fmla="*/ 52925 h 127901"/>
                <a:gd name="csX14" fmla="*/ 94841 w 95727"/>
                <a:gd name="csY14" fmla="*/ 97029 h 127901"/>
                <a:gd name="csX15" fmla="*/ 62045 w 95727"/>
                <a:gd name="csY15" fmla="*/ 67038 h 127901"/>
                <a:gd name="csX16" fmla="*/ 32795 w 95727"/>
                <a:gd name="csY16" fmla="*/ 87326 h 127901"/>
                <a:gd name="csX17" fmla="*/ 45205 w 95727"/>
                <a:gd name="csY17" fmla="*/ 102321 h 127901"/>
                <a:gd name="csX18" fmla="*/ 61159 w 95727"/>
                <a:gd name="csY18" fmla="*/ 89090 h 127901"/>
                <a:gd name="csX19" fmla="*/ 61159 w 95727"/>
                <a:gd name="csY19" fmla="*/ 82916 h 127901"/>
                <a:gd name="csX20" fmla="*/ 61159 w 95727"/>
                <a:gd name="csY20" fmla="*/ 67038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5727" h="127901">
                  <a:moveTo>
                    <a:pt x="93954" y="96147"/>
                  </a:moveTo>
                  <a:cubicBezTo>
                    <a:pt x="93954" y="107614"/>
                    <a:pt x="93954" y="118199"/>
                    <a:pt x="95727" y="125255"/>
                  </a:cubicBezTo>
                  <a:lnTo>
                    <a:pt x="65591" y="125255"/>
                  </a:lnTo>
                  <a:lnTo>
                    <a:pt x="63818" y="112906"/>
                  </a:lnTo>
                  <a:lnTo>
                    <a:pt x="63818" y="112906"/>
                  </a:lnTo>
                  <a:cubicBezTo>
                    <a:pt x="56727" y="122609"/>
                    <a:pt x="46091" y="127902"/>
                    <a:pt x="33682" y="127902"/>
                  </a:cubicBezTo>
                  <a:cubicBezTo>
                    <a:pt x="12409" y="127902"/>
                    <a:pt x="0" y="110260"/>
                    <a:pt x="0" y="89972"/>
                  </a:cubicBezTo>
                  <a:cubicBezTo>
                    <a:pt x="0" y="57335"/>
                    <a:pt x="25705" y="43222"/>
                    <a:pt x="61159" y="43222"/>
                  </a:cubicBezTo>
                  <a:lnTo>
                    <a:pt x="61159" y="41458"/>
                  </a:lnTo>
                  <a:cubicBezTo>
                    <a:pt x="61159" y="33519"/>
                    <a:pt x="57614" y="25580"/>
                    <a:pt x="42545" y="25580"/>
                  </a:cubicBezTo>
                  <a:cubicBezTo>
                    <a:pt x="27477" y="25580"/>
                    <a:pt x="21273" y="29109"/>
                    <a:pt x="14182" y="34401"/>
                  </a:cubicBezTo>
                  <a:lnTo>
                    <a:pt x="7977" y="10585"/>
                  </a:lnTo>
                  <a:cubicBezTo>
                    <a:pt x="15068" y="6175"/>
                    <a:pt x="29250" y="0"/>
                    <a:pt x="48750" y="0"/>
                  </a:cubicBezTo>
                  <a:cubicBezTo>
                    <a:pt x="85091" y="0"/>
                    <a:pt x="94841" y="24698"/>
                    <a:pt x="94841" y="52925"/>
                  </a:cubicBezTo>
                  <a:lnTo>
                    <a:pt x="94841" y="97029"/>
                  </a:lnTo>
                  <a:close/>
                  <a:moveTo>
                    <a:pt x="62045" y="67038"/>
                  </a:moveTo>
                  <a:cubicBezTo>
                    <a:pt x="46091" y="67038"/>
                    <a:pt x="32795" y="71448"/>
                    <a:pt x="32795" y="87326"/>
                  </a:cubicBezTo>
                  <a:cubicBezTo>
                    <a:pt x="32795" y="103203"/>
                    <a:pt x="39000" y="102321"/>
                    <a:pt x="45205" y="102321"/>
                  </a:cubicBezTo>
                  <a:cubicBezTo>
                    <a:pt x="51409" y="102321"/>
                    <a:pt x="59386" y="97029"/>
                    <a:pt x="61159" y="89090"/>
                  </a:cubicBezTo>
                  <a:cubicBezTo>
                    <a:pt x="61159" y="87326"/>
                    <a:pt x="61159" y="84680"/>
                    <a:pt x="61159" y="82916"/>
                  </a:cubicBezTo>
                  <a:lnTo>
                    <a:pt x="61159" y="67038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8996346-0A3F-EA2A-7FBE-73588B28069B}"/>
                </a:ext>
              </a:extLst>
            </p:cNvPr>
            <p:cNvSpPr/>
            <p:nvPr/>
          </p:nvSpPr>
          <p:spPr>
            <a:xfrm>
              <a:off x="2062329" y="11508159"/>
              <a:ext cx="105477" cy="181708"/>
            </a:xfrm>
            <a:custGeom>
              <a:avLst/>
              <a:gdLst>
                <a:gd name="csX0" fmla="*/ 104591 w 105477"/>
                <a:gd name="csY0" fmla="*/ 882 h 181708"/>
                <a:gd name="csX1" fmla="*/ 104591 w 105477"/>
                <a:gd name="csY1" fmla="*/ 142015 h 181708"/>
                <a:gd name="csX2" fmla="*/ 105477 w 105477"/>
                <a:gd name="csY2" fmla="*/ 179062 h 181708"/>
                <a:gd name="csX3" fmla="*/ 76227 w 105477"/>
                <a:gd name="csY3" fmla="*/ 179062 h 181708"/>
                <a:gd name="csX4" fmla="*/ 74455 w 105477"/>
                <a:gd name="csY4" fmla="*/ 162303 h 181708"/>
                <a:gd name="csX5" fmla="*/ 74455 w 105477"/>
                <a:gd name="csY5" fmla="*/ 162303 h 181708"/>
                <a:gd name="csX6" fmla="*/ 43432 w 105477"/>
                <a:gd name="csY6" fmla="*/ 181708 h 181708"/>
                <a:gd name="csX7" fmla="*/ 0 w 105477"/>
                <a:gd name="csY7" fmla="*/ 118199 h 181708"/>
                <a:gd name="csX8" fmla="*/ 45205 w 105477"/>
                <a:gd name="csY8" fmla="*/ 52925 h 181708"/>
                <a:gd name="csX9" fmla="*/ 70909 w 105477"/>
                <a:gd name="csY9" fmla="*/ 66156 h 181708"/>
                <a:gd name="csX10" fmla="*/ 70909 w 105477"/>
                <a:gd name="csY10" fmla="*/ 66156 h 181708"/>
                <a:gd name="csX11" fmla="*/ 70909 w 105477"/>
                <a:gd name="csY11" fmla="*/ 0 h 181708"/>
                <a:gd name="csX12" fmla="*/ 103705 w 105477"/>
                <a:gd name="csY12" fmla="*/ 0 h 181708"/>
                <a:gd name="csX13" fmla="*/ 71795 w 105477"/>
                <a:gd name="csY13" fmla="*/ 105850 h 181708"/>
                <a:gd name="csX14" fmla="*/ 71795 w 105477"/>
                <a:gd name="csY14" fmla="*/ 98793 h 181708"/>
                <a:gd name="csX15" fmla="*/ 54955 w 105477"/>
                <a:gd name="csY15" fmla="*/ 81151 h 181708"/>
                <a:gd name="csX16" fmla="*/ 33682 w 105477"/>
                <a:gd name="csY16" fmla="*/ 116435 h 181708"/>
                <a:gd name="csX17" fmla="*/ 54068 w 105477"/>
                <a:gd name="csY17" fmla="*/ 150836 h 181708"/>
                <a:gd name="csX18" fmla="*/ 70909 w 105477"/>
                <a:gd name="csY18" fmla="*/ 134958 h 181708"/>
                <a:gd name="csX19" fmla="*/ 70909 w 105477"/>
                <a:gd name="csY19" fmla="*/ 127020 h 181708"/>
                <a:gd name="csX20" fmla="*/ 70909 w 105477"/>
                <a:gd name="csY20" fmla="*/ 105850 h 181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05477" h="181708">
                  <a:moveTo>
                    <a:pt x="104591" y="882"/>
                  </a:moveTo>
                  <a:lnTo>
                    <a:pt x="104591" y="142015"/>
                  </a:lnTo>
                  <a:cubicBezTo>
                    <a:pt x="104591" y="155246"/>
                    <a:pt x="104591" y="170241"/>
                    <a:pt x="105477" y="179062"/>
                  </a:cubicBezTo>
                  <a:lnTo>
                    <a:pt x="76227" y="179062"/>
                  </a:lnTo>
                  <a:lnTo>
                    <a:pt x="74455" y="162303"/>
                  </a:lnTo>
                  <a:lnTo>
                    <a:pt x="74455" y="162303"/>
                  </a:lnTo>
                  <a:cubicBezTo>
                    <a:pt x="68250" y="174652"/>
                    <a:pt x="55841" y="181708"/>
                    <a:pt x="43432" y="181708"/>
                  </a:cubicBezTo>
                  <a:cubicBezTo>
                    <a:pt x="17727" y="181708"/>
                    <a:pt x="0" y="155246"/>
                    <a:pt x="0" y="118199"/>
                  </a:cubicBezTo>
                  <a:cubicBezTo>
                    <a:pt x="0" y="81151"/>
                    <a:pt x="21273" y="52925"/>
                    <a:pt x="45205" y="52925"/>
                  </a:cubicBezTo>
                  <a:cubicBezTo>
                    <a:pt x="69136" y="52925"/>
                    <a:pt x="67364" y="58217"/>
                    <a:pt x="70909" y="66156"/>
                  </a:cubicBezTo>
                  <a:lnTo>
                    <a:pt x="70909" y="66156"/>
                  </a:lnTo>
                  <a:lnTo>
                    <a:pt x="70909" y="0"/>
                  </a:lnTo>
                  <a:lnTo>
                    <a:pt x="103705" y="0"/>
                  </a:lnTo>
                  <a:close/>
                  <a:moveTo>
                    <a:pt x="71795" y="105850"/>
                  </a:moveTo>
                  <a:cubicBezTo>
                    <a:pt x="71795" y="103203"/>
                    <a:pt x="71795" y="101439"/>
                    <a:pt x="71795" y="98793"/>
                  </a:cubicBezTo>
                  <a:cubicBezTo>
                    <a:pt x="70023" y="89090"/>
                    <a:pt x="63818" y="81151"/>
                    <a:pt x="54955" y="81151"/>
                  </a:cubicBezTo>
                  <a:cubicBezTo>
                    <a:pt x="40773" y="81151"/>
                    <a:pt x="33682" y="97029"/>
                    <a:pt x="33682" y="116435"/>
                  </a:cubicBezTo>
                  <a:cubicBezTo>
                    <a:pt x="33682" y="135840"/>
                    <a:pt x="41659" y="150836"/>
                    <a:pt x="54068" y="150836"/>
                  </a:cubicBezTo>
                  <a:cubicBezTo>
                    <a:pt x="66477" y="150836"/>
                    <a:pt x="69136" y="144661"/>
                    <a:pt x="70909" y="134958"/>
                  </a:cubicBezTo>
                  <a:cubicBezTo>
                    <a:pt x="70909" y="132312"/>
                    <a:pt x="70909" y="129666"/>
                    <a:pt x="70909" y="127020"/>
                  </a:cubicBezTo>
                  <a:lnTo>
                    <a:pt x="70909" y="10585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AA90FD6-9F6A-79A6-9867-CB5F5CE75085}"/>
                </a:ext>
              </a:extLst>
            </p:cNvPr>
            <p:cNvSpPr/>
            <p:nvPr/>
          </p:nvSpPr>
          <p:spPr>
            <a:xfrm>
              <a:off x="2181988" y="11561084"/>
              <a:ext cx="95727" cy="127901"/>
            </a:xfrm>
            <a:custGeom>
              <a:avLst/>
              <a:gdLst>
                <a:gd name="csX0" fmla="*/ 93954 w 95727"/>
                <a:gd name="csY0" fmla="*/ 96147 h 127901"/>
                <a:gd name="csX1" fmla="*/ 95727 w 95727"/>
                <a:gd name="csY1" fmla="*/ 125255 h 127901"/>
                <a:gd name="csX2" fmla="*/ 65591 w 95727"/>
                <a:gd name="csY2" fmla="*/ 125255 h 127901"/>
                <a:gd name="csX3" fmla="*/ 63818 w 95727"/>
                <a:gd name="csY3" fmla="*/ 112906 h 127901"/>
                <a:gd name="csX4" fmla="*/ 63818 w 95727"/>
                <a:gd name="csY4" fmla="*/ 112906 h 127901"/>
                <a:gd name="csX5" fmla="*/ 33682 w 95727"/>
                <a:gd name="csY5" fmla="*/ 127902 h 127901"/>
                <a:gd name="csX6" fmla="*/ 0 w 95727"/>
                <a:gd name="csY6" fmla="*/ 89972 h 127901"/>
                <a:gd name="csX7" fmla="*/ 61159 w 95727"/>
                <a:gd name="csY7" fmla="*/ 43222 h 127901"/>
                <a:gd name="csX8" fmla="*/ 61159 w 95727"/>
                <a:gd name="csY8" fmla="*/ 41458 h 127901"/>
                <a:gd name="csX9" fmla="*/ 42545 w 95727"/>
                <a:gd name="csY9" fmla="*/ 25580 h 127901"/>
                <a:gd name="csX10" fmla="*/ 14182 w 95727"/>
                <a:gd name="csY10" fmla="*/ 34401 h 127901"/>
                <a:gd name="csX11" fmla="*/ 7977 w 95727"/>
                <a:gd name="csY11" fmla="*/ 10585 h 127901"/>
                <a:gd name="csX12" fmla="*/ 48750 w 95727"/>
                <a:gd name="csY12" fmla="*/ 0 h 127901"/>
                <a:gd name="csX13" fmla="*/ 94841 w 95727"/>
                <a:gd name="csY13" fmla="*/ 52925 h 127901"/>
                <a:gd name="csX14" fmla="*/ 94841 w 95727"/>
                <a:gd name="csY14" fmla="*/ 97029 h 127901"/>
                <a:gd name="csX15" fmla="*/ 61159 w 95727"/>
                <a:gd name="csY15" fmla="*/ 67038 h 127901"/>
                <a:gd name="csX16" fmla="*/ 31909 w 95727"/>
                <a:gd name="csY16" fmla="*/ 87326 h 127901"/>
                <a:gd name="csX17" fmla="*/ 44318 w 95727"/>
                <a:gd name="csY17" fmla="*/ 102321 h 127901"/>
                <a:gd name="csX18" fmla="*/ 60273 w 95727"/>
                <a:gd name="csY18" fmla="*/ 89090 h 127901"/>
                <a:gd name="csX19" fmla="*/ 60273 w 95727"/>
                <a:gd name="csY19" fmla="*/ 82916 h 127901"/>
                <a:gd name="csX20" fmla="*/ 60273 w 95727"/>
                <a:gd name="csY20" fmla="*/ 67038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5727" h="127901">
                  <a:moveTo>
                    <a:pt x="93954" y="96147"/>
                  </a:moveTo>
                  <a:cubicBezTo>
                    <a:pt x="93954" y="107614"/>
                    <a:pt x="93954" y="118199"/>
                    <a:pt x="95727" y="125255"/>
                  </a:cubicBezTo>
                  <a:lnTo>
                    <a:pt x="65591" y="125255"/>
                  </a:lnTo>
                  <a:lnTo>
                    <a:pt x="63818" y="112906"/>
                  </a:lnTo>
                  <a:lnTo>
                    <a:pt x="63818" y="112906"/>
                  </a:lnTo>
                  <a:cubicBezTo>
                    <a:pt x="56727" y="122609"/>
                    <a:pt x="46091" y="127902"/>
                    <a:pt x="33682" y="127902"/>
                  </a:cubicBezTo>
                  <a:cubicBezTo>
                    <a:pt x="12409" y="127902"/>
                    <a:pt x="0" y="110260"/>
                    <a:pt x="0" y="89972"/>
                  </a:cubicBezTo>
                  <a:cubicBezTo>
                    <a:pt x="0" y="57335"/>
                    <a:pt x="25704" y="43222"/>
                    <a:pt x="61159" y="43222"/>
                  </a:cubicBezTo>
                  <a:lnTo>
                    <a:pt x="61159" y="41458"/>
                  </a:lnTo>
                  <a:cubicBezTo>
                    <a:pt x="61159" y="33519"/>
                    <a:pt x="57614" y="25580"/>
                    <a:pt x="42545" y="25580"/>
                  </a:cubicBezTo>
                  <a:cubicBezTo>
                    <a:pt x="27477" y="25580"/>
                    <a:pt x="21273" y="29109"/>
                    <a:pt x="14182" y="34401"/>
                  </a:cubicBezTo>
                  <a:lnTo>
                    <a:pt x="7977" y="10585"/>
                  </a:lnTo>
                  <a:cubicBezTo>
                    <a:pt x="15068" y="6175"/>
                    <a:pt x="29250" y="0"/>
                    <a:pt x="48750" y="0"/>
                  </a:cubicBezTo>
                  <a:cubicBezTo>
                    <a:pt x="85091" y="0"/>
                    <a:pt x="94841" y="24698"/>
                    <a:pt x="94841" y="52925"/>
                  </a:cubicBezTo>
                  <a:lnTo>
                    <a:pt x="94841" y="97029"/>
                  </a:lnTo>
                  <a:close/>
                  <a:moveTo>
                    <a:pt x="61159" y="67038"/>
                  </a:moveTo>
                  <a:cubicBezTo>
                    <a:pt x="45204" y="67038"/>
                    <a:pt x="31909" y="71448"/>
                    <a:pt x="31909" y="87326"/>
                  </a:cubicBezTo>
                  <a:cubicBezTo>
                    <a:pt x="31909" y="103203"/>
                    <a:pt x="38114" y="102321"/>
                    <a:pt x="44318" y="102321"/>
                  </a:cubicBezTo>
                  <a:cubicBezTo>
                    <a:pt x="50523" y="102321"/>
                    <a:pt x="58500" y="97029"/>
                    <a:pt x="60273" y="89090"/>
                  </a:cubicBezTo>
                  <a:cubicBezTo>
                    <a:pt x="60273" y="87326"/>
                    <a:pt x="60273" y="84680"/>
                    <a:pt x="60273" y="82916"/>
                  </a:cubicBezTo>
                  <a:lnTo>
                    <a:pt x="60273" y="67038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097E32C-38CB-71AA-790D-07D1525A7295}"/>
                </a:ext>
              </a:extLst>
            </p:cNvPr>
            <p:cNvSpPr/>
            <p:nvPr/>
          </p:nvSpPr>
          <p:spPr>
            <a:xfrm>
              <a:off x="2296329" y="11561084"/>
              <a:ext cx="65590" cy="126137"/>
            </a:xfrm>
            <a:custGeom>
              <a:avLst/>
              <a:gdLst>
                <a:gd name="csX0" fmla="*/ 886 w 65590"/>
                <a:gd name="csY0" fmla="*/ 42340 h 126137"/>
                <a:gd name="csX1" fmla="*/ 0 w 65590"/>
                <a:gd name="csY1" fmla="*/ 2646 h 126137"/>
                <a:gd name="csX2" fmla="*/ 28364 w 65590"/>
                <a:gd name="csY2" fmla="*/ 2646 h 126137"/>
                <a:gd name="csX3" fmla="*/ 30136 w 65590"/>
                <a:gd name="csY3" fmla="*/ 23816 h 126137"/>
                <a:gd name="csX4" fmla="*/ 31023 w 65590"/>
                <a:gd name="csY4" fmla="*/ 23816 h 126137"/>
                <a:gd name="csX5" fmla="*/ 58500 w 65590"/>
                <a:gd name="csY5" fmla="*/ 0 h 126137"/>
                <a:gd name="csX6" fmla="*/ 65591 w 65590"/>
                <a:gd name="csY6" fmla="*/ 0 h 126137"/>
                <a:gd name="csX7" fmla="*/ 65591 w 65590"/>
                <a:gd name="csY7" fmla="*/ 35283 h 126137"/>
                <a:gd name="csX8" fmla="*/ 56727 w 65590"/>
                <a:gd name="csY8" fmla="*/ 35283 h 126137"/>
                <a:gd name="csX9" fmla="*/ 34568 w 65590"/>
                <a:gd name="csY9" fmla="*/ 53807 h 126137"/>
                <a:gd name="csX10" fmla="*/ 33682 w 65590"/>
                <a:gd name="csY10" fmla="*/ 63510 h 126137"/>
                <a:gd name="csX11" fmla="*/ 33682 w 65590"/>
                <a:gd name="csY11" fmla="*/ 126137 h 126137"/>
                <a:gd name="csX12" fmla="*/ 886 w 65590"/>
                <a:gd name="csY12" fmla="*/ 126137 h 126137"/>
                <a:gd name="csX13" fmla="*/ 886 w 65590"/>
                <a:gd name="csY13" fmla="*/ 42340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5590" h="126137">
                  <a:moveTo>
                    <a:pt x="886" y="42340"/>
                  </a:moveTo>
                  <a:cubicBezTo>
                    <a:pt x="886" y="25580"/>
                    <a:pt x="886" y="13231"/>
                    <a:pt x="0" y="2646"/>
                  </a:cubicBezTo>
                  <a:lnTo>
                    <a:pt x="28364" y="2646"/>
                  </a:lnTo>
                  <a:lnTo>
                    <a:pt x="30136" y="23816"/>
                  </a:lnTo>
                  <a:lnTo>
                    <a:pt x="31023" y="23816"/>
                  </a:lnTo>
                  <a:cubicBezTo>
                    <a:pt x="36341" y="7057"/>
                    <a:pt x="48750" y="0"/>
                    <a:pt x="58500" y="0"/>
                  </a:cubicBezTo>
                  <a:cubicBezTo>
                    <a:pt x="68250" y="0"/>
                    <a:pt x="62932" y="0"/>
                    <a:pt x="65591" y="0"/>
                  </a:cubicBezTo>
                  <a:lnTo>
                    <a:pt x="65591" y="35283"/>
                  </a:lnTo>
                  <a:cubicBezTo>
                    <a:pt x="62932" y="35283"/>
                    <a:pt x="60273" y="35283"/>
                    <a:pt x="56727" y="35283"/>
                  </a:cubicBezTo>
                  <a:cubicBezTo>
                    <a:pt x="46091" y="35283"/>
                    <a:pt x="37227" y="41458"/>
                    <a:pt x="34568" y="53807"/>
                  </a:cubicBezTo>
                  <a:cubicBezTo>
                    <a:pt x="34568" y="56453"/>
                    <a:pt x="33682" y="59981"/>
                    <a:pt x="33682" y="63510"/>
                  </a:cubicBezTo>
                  <a:lnTo>
                    <a:pt x="33682" y="126137"/>
                  </a:lnTo>
                  <a:lnTo>
                    <a:pt x="886" y="126137"/>
                  </a:lnTo>
                  <a:lnTo>
                    <a:pt x="886" y="4234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3DF8B8C-CD49-3607-5682-0543112CC20B}"/>
                </a:ext>
              </a:extLst>
            </p:cNvPr>
            <p:cNvSpPr/>
            <p:nvPr/>
          </p:nvSpPr>
          <p:spPr>
            <a:xfrm>
              <a:off x="2415102" y="11516980"/>
              <a:ext cx="85090" cy="170241"/>
            </a:xfrm>
            <a:custGeom>
              <a:avLst/>
              <a:gdLst>
                <a:gd name="csX0" fmla="*/ 0 w 85090"/>
                <a:gd name="csY0" fmla="*/ 0 h 170241"/>
                <a:gd name="csX1" fmla="*/ 85091 w 85090"/>
                <a:gd name="csY1" fmla="*/ 0 h 170241"/>
                <a:gd name="csX2" fmla="*/ 85091 w 85090"/>
                <a:gd name="csY2" fmla="*/ 30873 h 170241"/>
                <a:gd name="csX3" fmla="*/ 32796 w 85090"/>
                <a:gd name="csY3" fmla="*/ 30873 h 170241"/>
                <a:gd name="csX4" fmla="*/ 32796 w 85090"/>
                <a:gd name="csY4" fmla="*/ 71448 h 170241"/>
                <a:gd name="csX5" fmla="*/ 81546 w 85090"/>
                <a:gd name="csY5" fmla="*/ 71448 h 170241"/>
                <a:gd name="csX6" fmla="*/ 81546 w 85090"/>
                <a:gd name="csY6" fmla="*/ 101439 h 170241"/>
                <a:gd name="csX7" fmla="*/ 32796 w 85090"/>
                <a:gd name="csY7" fmla="*/ 101439 h 170241"/>
                <a:gd name="csX8" fmla="*/ 32796 w 85090"/>
                <a:gd name="csY8" fmla="*/ 170241 h 170241"/>
                <a:gd name="csX9" fmla="*/ 0 w 85090"/>
                <a:gd name="csY9" fmla="*/ 170241 h 170241"/>
                <a:gd name="csX10" fmla="*/ 0 w 85090"/>
                <a:gd name="csY10" fmla="*/ 0 h 170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5090" h="170241">
                  <a:moveTo>
                    <a:pt x="0" y="0"/>
                  </a:moveTo>
                  <a:lnTo>
                    <a:pt x="85091" y="0"/>
                  </a:lnTo>
                  <a:lnTo>
                    <a:pt x="85091" y="30873"/>
                  </a:lnTo>
                  <a:lnTo>
                    <a:pt x="32796" y="30873"/>
                  </a:lnTo>
                  <a:lnTo>
                    <a:pt x="32796" y="71448"/>
                  </a:lnTo>
                  <a:lnTo>
                    <a:pt x="81546" y="71448"/>
                  </a:lnTo>
                  <a:lnTo>
                    <a:pt x="81546" y="101439"/>
                  </a:lnTo>
                  <a:lnTo>
                    <a:pt x="32796" y="101439"/>
                  </a:lnTo>
                  <a:lnTo>
                    <a:pt x="32796" y="170241"/>
                  </a:lnTo>
                  <a:lnTo>
                    <a:pt x="0" y="170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857811A-BD71-8FD6-C182-EC219B3712BA}"/>
                </a:ext>
              </a:extLst>
            </p:cNvPr>
            <p:cNvSpPr/>
            <p:nvPr/>
          </p:nvSpPr>
          <p:spPr>
            <a:xfrm>
              <a:off x="2519692" y="11509041"/>
              <a:ext cx="32795" cy="178180"/>
            </a:xfrm>
            <a:custGeom>
              <a:avLst/>
              <a:gdLst>
                <a:gd name="csX0" fmla="*/ 0 w 32795"/>
                <a:gd name="csY0" fmla="*/ 0 h 178180"/>
                <a:gd name="csX1" fmla="*/ 32795 w 32795"/>
                <a:gd name="csY1" fmla="*/ 0 h 178180"/>
                <a:gd name="csX2" fmla="*/ 32795 w 32795"/>
                <a:gd name="csY2" fmla="*/ 178180 h 178180"/>
                <a:gd name="csX3" fmla="*/ 0 w 32795"/>
                <a:gd name="csY3" fmla="*/ 178180 h 178180"/>
                <a:gd name="csX4" fmla="*/ 0 w 32795"/>
                <a:gd name="csY4" fmla="*/ 0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2795" h="178180">
                  <a:moveTo>
                    <a:pt x="0" y="0"/>
                  </a:moveTo>
                  <a:lnTo>
                    <a:pt x="32795" y="0"/>
                  </a:lnTo>
                  <a:lnTo>
                    <a:pt x="32795" y="178180"/>
                  </a:lnTo>
                  <a:lnTo>
                    <a:pt x="0" y="178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89063DF4-54C6-12CE-0A84-BC49A5D4EAB7}"/>
                </a:ext>
              </a:extLst>
            </p:cNvPr>
            <p:cNvSpPr/>
            <p:nvPr/>
          </p:nvSpPr>
          <p:spPr>
            <a:xfrm>
              <a:off x="2570215" y="11562848"/>
              <a:ext cx="98386" cy="127901"/>
            </a:xfrm>
            <a:custGeom>
              <a:avLst/>
              <a:gdLst>
                <a:gd name="csX0" fmla="*/ 31909 w 98386"/>
                <a:gd name="csY0" fmla="*/ 74977 h 127901"/>
                <a:gd name="csX1" fmla="*/ 60273 w 98386"/>
                <a:gd name="csY1" fmla="*/ 99675 h 127901"/>
                <a:gd name="csX2" fmla="*/ 87750 w 98386"/>
                <a:gd name="csY2" fmla="*/ 95265 h 127901"/>
                <a:gd name="csX3" fmla="*/ 92182 w 98386"/>
                <a:gd name="csY3" fmla="*/ 120845 h 127901"/>
                <a:gd name="csX4" fmla="*/ 54955 w 98386"/>
                <a:gd name="csY4" fmla="*/ 127902 h 127901"/>
                <a:gd name="csX5" fmla="*/ 0 w 98386"/>
                <a:gd name="csY5" fmla="*/ 66156 h 127901"/>
                <a:gd name="csX6" fmla="*/ 52296 w 98386"/>
                <a:gd name="csY6" fmla="*/ 0 h 127901"/>
                <a:gd name="csX7" fmla="*/ 98386 w 98386"/>
                <a:gd name="csY7" fmla="*/ 60864 h 127901"/>
                <a:gd name="csX8" fmla="*/ 97500 w 98386"/>
                <a:gd name="csY8" fmla="*/ 76741 h 127901"/>
                <a:gd name="csX9" fmla="*/ 31909 w 98386"/>
                <a:gd name="csY9" fmla="*/ 76741 h 127901"/>
                <a:gd name="csX10" fmla="*/ 67364 w 98386"/>
                <a:gd name="csY10" fmla="*/ 49396 h 127901"/>
                <a:gd name="csX11" fmla="*/ 50523 w 98386"/>
                <a:gd name="csY11" fmla="*/ 23816 h 127901"/>
                <a:gd name="csX12" fmla="*/ 31909 w 98386"/>
                <a:gd name="csY12" fmla="*/ 49396 h 127901"/>
                <a:gd name="csX13" fmla="*/ 68250 w 98386"/>
                <a:gd name="csY13" fmla="*/ 49396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8386" h="127901">
                  <a:moveTo>
                    <a:pt x="31909" y="74977"/>
                  </a:moveTo>
                  <a:cubicBezTo>
                    <a:pt x="31909" y="91736"/>
                    <a:pt x="45205" y="99675"/>
                    <a:pt x="60273" y="99675"/>
                  </a:cubicBezTo>
                  <a:cubicBezTo>
                    <a:pt x="75341" y="99675"/>
                    <a:pt x="79773" y="97911"/>
                    <a:pt x="87750" y="95265"/>
                  </a:cubicBezTo>
                  <a:lnTo>
                    <a:pt x="92182" y="120845"/>
                  </a:lnTo>
                  <a:cubicBezTo>
                    <a:pt x="81546" y="125255"/>
                    <a:pt x="68250" y="127902"/>
                    <a:pt x="54955" y="127902"/>
                  </a:cubicBezTo>
                  <a:cubicBezTo>
                    <a:pt x="19500" y="127902"/>
                    <a:pt x="0" y="104085"/>
                    <a:pt x="0" y="66156"/>
                  </a:cubicBezTo>
                  <a:cubicBezTo>
                    <a:pt x="0" y="28227"/>
                    <a:pt x="17727" y="0"/>
                    <a:pt x="52296" y="0"/>
                  </a:cubicBezTo>
                  <a:cubicBezTo>
                    <a:pt x="86864" y="0"/>
                    <a:pt x="98386" y="28227"/>
                    <a:pt x="98386" y="60864"/>
                  </a:cubicBezTo>
                  <a:cubicBezTo>
                    <a:pt x="98386" y="93500"/>
                    <a:pt x="98386" y="74095"/>
                    <a:pt x="97500" y="76741"/>
                  </a:cubicBezTo>
                  <a:lnTo>
                    <a:pt x="31909" y="76741"/>
                  </a:lnTo>
                  <a:close/>
                  <a:moveTo>
                    <a:pt x="67364" y="49396"/>
                  </a:moveTo>
                  <a:cubicBezTo>
                    <a:pt x="67364" y="37929"/>
                    <a:pt x="63818" y="23816"/>
                    <a:pt x="50523" y="23816"/>
                  </a:cubicBezTo>
                  <a:cubicBezTo>
                    <a:pt x="37227" y="23816"/>
                    <a:pt x="31909" y="38812"/>
                    <a:pt x="31909" y="49396"/>
                  </a:cubicBezTo>
                  <a:lnTo>
                    <a:pt x="68250" y="4939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B9096CD-B6A8-560D-772A-B5ED58FD0410}"/>
                </a:ext>
              </a:extLst>
            </p:cNvPr>
            <p:cNvSpPr/>
            <p:nvPr/>
          </p:nvSpPr>
          <p:spPr>
            <a:xfrm>
              <a:off x="2683670" y="11510805"/>
              <a:ext cx="34568" cy="176415"/>
            </a:xfrm>
            <a:custGeom>
              <a:avLst/>
              <a:gdLst>
                <a:gd name="csX0" fmla="*/ 16841 w 34568"/>
                <a:gd name="csY0" fmla="*/ 37047 h 176415"/>
                <a:gd name="csX1" fmla="*/ 0 w 34568"/>
                <a:gd name="csY1" fmla="*/ 18524 h 176415"/>
                <a:gd name="csX2" fmla="*/ 17727 w 34568"/>
                <a:gd name="csY2" fmla="*/ 0 h 176415"/>
                <a:gd name="csX3" fmla="*/ 34568 w 34568"/>
                <a:gd name="csY3" fmla="*/ 18524 h 176415"/>
                <a:gd name="csX4" fmla="*/ 16841 w 34568"/>
                <a:gd name="csY4" fmla="*/ 37047 h 176415"/>
                <a:gd name="csX5" fmla="*/ 16841 w 34568"/>
                <a:gd name="csY5" fmla="*/ 37047 h 176415"/>
                <a:gd name="csX6" fmla="*/ 0 w 34568"/>
                <a:gd name="csY6" fmla="*/ 176416 h 176415"/>
                <a:gd name="csX7" fmla="*/ 0 w 34568"/>
                <a:gd name="csY7" fmla="*/ 52925 h 176415"/>
                <a:gd name="csX8" fmla="*/ 32795 w 34568"/>
                <a:gd name="csY8" fmla="*/ 52925 h 176415"/>
                <a:gd name="csX9" fmla="*/ 32795 w 34568"/>
                <a:gd name="csY9" fmla="*/ 176416 h 176415"/>
                <a:gd name="csX10" fmla="*/ 0 w 34568"/>
                <a:gd name="csY10" fmla="*/ 176416 h 176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4568" h="176415">
                  <a:moveTo>
                    <a:pt x="16841" y="37047"/>
                  </a:moveTo>
                  <a:cubicBezTo>
                    <a:pt x="6205" y="37047"/>
                    <a:pt x="0" y="29109"/>
                    <a:pt x="0" y="18524"/>
                  </a:cubicBezTo>
                  <a:cubicBezTo>
                    <a:pt x="0" y="7939"/>
                    <a:pt x="7091" y="0"/>
                    <a:pt x="17727" y="0"/>
                  </a:cubicBezTo>
                  <a:cubicBezTo>
                    <a:pt x="28364" y="0"/>
                    <a:pt x="34568" y="7939"/>
                    <a:pt x="34568" y="18524"/>
                  </a:cubicBezTo>
                  <a:cubicBezTo>
                    <a:pt x="34568" y="29109"/>
                    <a:pt x="27477" y="37047"/>
                    <a:pt x="16841" y="37047"/>
                  </a:cubicBezTo>
                  <a:lnTo>
                    <a:pt x="16841" y="37047"/>
                  </a:lnTo>
                  <a:close/>
                  <a:moveTo>
                    <a:pt x="0" y="176416"/>
                  </a:moveTo>
                  <a:lnTo>
                    <a:pt x="0" y="52925"/>
                  </a:lnTo>
                  <a:lnTo>
                    <a:pt x="32795" y="52925"/>
                  </a:lnTo>
                  <a:lnTo>
                    <a:pt x="32795" y="176416"/>
                  </a:lnTo>
                  <a:lnTo>
                    <a:pt x="0" y="17641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AEC16763-6A99-4394-B013-D8DD713D0B96}"/>
                </a:ext>
              </a:extLst>
            </p:cNvPr>
            <p:cNvSpPr/>
            <p:nvPr/>
          </p:nvSpPr>
          <p:spPr>
            <a:xfrm>
              <a:off x="2733306" y="11560202"/>
              <a:ext cx="77999" cy="128783"/>
            </a:xfrm>
            <a:custGeom>
              <a:avLst/>
              <a:gdLst>
                <a:gd name="csX0" fmla="*/ 5318 w 77999"/>
                <a:gd name="csY0" fmla="*/ 94383 h 128783"/>
                <a:gd name="csX1" fmla="*/ 31909 w 77999"/>
                <a:gd name="csY1" fmla="*/ 102321 h 128783"/>
                <a:gd name="csX2" fmla="*/ 46091 w 77999"/>
                <a:gd name="csY2" fmla="*/ 91736 h 128783"/>
                <a:gd name="csX3" fmla="*/ 31023 w 77999"/>
                <a:gd name="csY3" fmla="*/ 76741 h 128783"/>
                <a:gd name="csX4" fmla="*/ 2659 w 77999"/>
                <a:gd name="csY4" fmla="*/ 40576 h 128783"/>
                <a:gd name="csX5" fmla="*/ 45204 w 77999"/>
                <a:gd name="csY5" fmla="*/ 0 h 128783"/>
                <a:gd name="csX6" fmla="*/ 73568 w 77999"/>
                <a:gd name="csY6" fmla="*/ 7057 h 128783"/>
                <a:gd name="csX7" fmla="*/ 67364 w 77999"/>
                <a:gd name="csY7" fmla="*/ 32637 h 128783"/>
                <a:gd name="csX8" fmla="*/ 46091 w 77999"/>
                <a:gd name="csY8" fmla="*/ 26462 h 128783"/>
                <a:gd name="csX9" fmla="*/ 33682 w 77999"/>
                <a:gd name="csY9" fmla="*/ 36165 h 128783"/>
                <a:gd name="csX10" fmla="*/ 50523 w 77999"/>
                <a:gd name="csY10" fmla="*/ 51161 h 128783"/>
                <a:gd name="csX11" fmla="*/ 78000 w 77999"/>
                <a:gd name="csY11" fmla="*/ 89090 h 128783"/>
                <a:gd name="csX12" fmla="*/ 32795 w 77999"/>
                <a:gd name="csY12" fmla="*/ 128784 h 128783"/>
                <a:gd name="csX13" fmla="*/ 0 w 77999"/>
                <a:gd name="csY13" fmla="*/ 120845 h 128783"/>
                <a:gd name="csX14" fmla="*/ 6205 w 77999"/>
                <a:gd name="csY14" fmla="*/ 94383 h 128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7999" h="128783">
                  <a:moveTo>
                    <a:pt x="5318" y="94383"/>
                  </a:moveTo>
                  <a:cubicBezTo>
                    <a:pt x="10636" y="97911"/>
                    <a:pt x="23045" y="102321"/>
                    <a:pt x="31909" y="102321"/>
                  </a:cubicBezTo>
                  <a:cubicBezTo>
                    <a:pt x="40773" y="102321"/>
                    <a:pt x="46091" y="98793"/>
                    <a:pt x="46091" y="91736"/>
                  </a:cubicBezTo>
                  <a:cubicBezTo>
                    <a:pt x="46091" y="84680"/>
                    <a:pt x="42545" y="82033"/>
                    <a:pt x="31023" y="76741"/>
                  </a:cubicBezTo>
                  <a:cubicBezTo>
                    <a:pt x="9750" y="67920"/>
                    <a:pt x="2659" y="53807"/>
                    <a:pt x="2659" y="40576"/>
                  </a:cubicBezTo>
                  <a:cubicBezTo>
                    <a:pt x="2659" y="17642"/>
                    <a:pt x="19500" y="0"/>
                    <a:pt x="45204" y="0"/>
                  </a:cubicBezTo>
                  <a:cubicBezTo>
                    <a:pt x="70909" y="0"/>
                    <a:pt x="67364" y="3528"/>
                    <a:pt x="73568" y="7057"/>
                  </a:cubicBezTo>
                  <a:lnTo>
                    <a:pt x="67364" y="32637"/>
                  </a:lnTo>
                  <a:cubicBezTo>
                    <a:pt x="62932" y="29991"/>
                    <a:pt x="54068" y="26462"/>
                    <a:pt x="46091" y="26462"/>
                  </a:cubicBezTo>
                  <a:cubicBezTo>
                    <a:pt x="38114" y="26462"/>
                    <a:pt x="33682" y="30873"/>
                    <a:pt x="33682" y="36165"/>
                  </a:cubicBezTo>
                  <a:cubicBezTo>
                    <a:pt x="33682" y="41458"/>
                    <a:pt x="37227" y="44986"/>
                    <a:pt x="50523" y="51161"/>
                  </a:cubicBezTo>
                  <a:cubicBezTo>
                    <a:pt x="70023" y="59981"/>
                    <a:pt x="78000" y="72331"/>
                    <a:pt x="78000" y="89090"/>
                  </a:cubicBezTo>
                  <a:cubicBezTo>
                    <a:pt x="78000" y="112906"/>
                    <a:pt x="62045" y="128784"/>
                    <a:pt x="32795" y="128784"/>
                  </a:cubicBezTo>
                  <a:cubicBezTo>
                    <a:pt x="3545" y="128784"/>
                    <a:pt x="7977" y="125255"/>
                    <a:pt x="0" y="120845"/>
                  </a:cubicBezTo>
                  <a:lnTo>
                    <a:pt x="6205" y="94383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EE632CC-1B7E-5C20-D77E-87F59A24425C}"/>
                </a:ext>
              </a:extLst>
            </p:cNvPr>
            <p:cNvSpPr/>
            <p:nvPr/>
          </p:nvSpPr>
          <p:spPr>
            <a:xfrm>
              <a:off x="2821056" y="11561966"/>
              <a:ext cx="83228" cy="127901"/>
            </a:xfrm>
            <a:custGeom>
              <a:avLst/>
              <a:gdLst>
                <a:gd name="csX0" fmla="*/ 82432 w 83228"/>
                <a:gd name="csY0" fmla="*/ 122609 h 127901"/>
                <a:gd name="csX1" fmla="*/ 54954 w 83228"/>
                <a:gd name="csY1" fmla="*/ 127902 h 127901"/>
                <a:gd name="csX2" fmla="*/ 0 w 83228"/>
                <a:gd name="csY2" fmla="*/ 65274 h 127901"/>
                <a:gd name="csX3" fmla="*/ 59386 w 83228"/>
                <a:gd name="csY3" fmla="*/ 0 h 127901"/>
                <a:gd name="csX4" fmla="*/ 82432 w 83228"/>
                <a:gd name="csY4" fmla="*/ 4410 h 127901"/>
                <a:gd name="csX5" fmla="*/ 77114 w 83228"/>
                <a:gd name="csY5" fmla="*/ 31755 h 127901"/>
                <a:gd name="csX6" fmla="*/ 60273 w 83228"/>
                <a:gd name="csY6" fmla="*/ 28227 h 127901"/>
                <a:gd name="csX7" fmla="*/ 32795 w 83228"/>
                <a:gd name="csY7" fmla="*/ 63510 h 127901"/>
                <a:gd name="csX8" fmla="*/ 60273 w 83228"/>
                <a:gd name="csY8" fmla="*/ 98793 h 127901"/>
                <a:gd name="csX9" fmla="*/ 77114 w 83228"/>
                <a:gd name="csY9" fmla="*/ 95265 h 127901"/>
                <a:gd name="csX10" fmla="*/ 80659 w 83228"/>
                <a:gd name="csY10" fmla="*/ 122609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3228" h="127901">
                  <a:moveTo>
                    <a:pt x="82432" y="122609"/>
                  </a:moveTo>
                  <a:cubicBezTo>
                    <a:pt x="77114" y="125255"/>
                    <a:pt x="66477" y="127902"/>
                    <a:pt x="54954" y="127902"/>
                  </a:cubicBezTo>
                  <a:cubicBezTo>
                    <a:pt x="21273" y="127902"/>
                    <a:pt x="0" y="104085"/>
                    <a:pt x="0" y="65274"/>
                  </a:cubicBezTo>
                  <a:cubicBezTo>
                    <a:pt x="0" y="26462"/>
                    <a:pt x="21273" y="0"/>
                    <a:pt x="59386" y="0"/>
                  </a:cubicBezTo>
                  <a:cubicBezTo>
                    <a:pt x="97500" y="0"/>
                    <a:pt x="77114" y="1764"/>
                    <a:pt x="82432" y="4410"/>
                  </a:cubicBezTo>
                  <a:lnTo>
                    <a:pt x="77114" y="31755"/>
                  </a:lnTo>
                  <a:cubicBezTo>
                    <a:pt x="73568" y="29991"/>
                    <a:pt x="68250" y="28227"/>
                    <a:pt x="60273" y="28227"/>
                  </a:cubicBezTo>
                  <a:cubicBezTo>
                    <a:pt x="43432" y="28227"/>
                    <a:pt x="32795" y="43222"/>
                    <a:pt x="32795" y="63510"/>
                  </a:cubicBezTo>
                  <a:cubicBezTo>
                    <a:pt x="32795" y="83798"/>
                    <a:pt x="45205" y="98793"/>
                    <a:pt x="60273" y="98793"/>
                  </a:cubicBezTo>
                  <a:cubicBezTo>
                    <a:pt x="75341" y="98793"/>
                    <a:pt x="72682" y="97911"/>
                    <a:pt x="77114" y="95265"/>
                  </a:cubicBezTo>
                  <a:lnTo>
                    <a:pt x="80659" y="122609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2C779DA-D402-4D3B-93B6-396C0A80864E}"/>
                </a:ext>
              </a:extLst>
            </p:cNvPr>
            <p:cNvSpPr/>
            <p:nvPr/>
          </p:nvSpPr>
          <p:spPr>
            <a:xfrm>
              <a:off x="2915010" y="11509041"/>
              <a:ext cx="98386" cy="178180"/>
            </a:xfrm>
            <a:custGeom>
              <a:avLst/>
              <a:gdLst>
                <a:gd name="csX0" fmla="*/ 886 w 98386"/>
                <a:gd name="csY0" fmla="*/ 0 h 178180"/>
                <a:gd name="csX1" fmla="*/ 33682 w 98386"/>
                <a:gd name="csY1" fmla="*/ 0 h 178180"/>
                <a:gd name="csX2" fmla="*/ 33682 w 98386"/>
                <a:gd name="csY2" fmla="*/ 68802 h 178180"/>
                <a:gd name="csX3" fmla="*/ 33682 w 98386"/>
                <a:gd name="csY3" fmla="*/ 68802 h 178180"/>
                <a:gd name="csX4" fmla="*/ 46091 w 98386"/>
                <a:gd name="csY4" fmla="*/ 56453 h 178180"/>
                <a:gd name="csX5" fmla="*/ 62932 w 98386"/>
                <a:gd name="csY5" fmla="*/ 52043 h 178180"/>
                <a:gd name="csX6" fmla="*/ 98386 w 98386"/>
                <a:gd name="csY6" fmla="*/ 104967 h 178180"/>
                <a:gd name="csX7" fmla="*/ 98386 w 98386"/>
                <a:gd name="csY7" fmla="*/ 178180 h 178180"/>
                <a:gd name="csX8" fmla="*/ 65591 w 98386"/>
                <a:gd name="csY8" fmla="*/ 178180 h 178180"/>
                <a:gd name="csX9" fmla="*/ 65591 w 98386"/>
                <a:gd name="csY9" fmla="*/ 108496 h 178180"/>
                <a:gd name="csX10" fmla="*/ 49636 w 98386"/>
                <a:gd name="csY10" fmla="*/ 82033 h 178180"/>
                <a:gd name="csX11" fmla="*/ 33682 w 98386"/>
                <a:gd name="csY11" fmla="*/ 95265 h 178180"/>
                <a:gd name="csX12" fmla="*/ 32795 w 98386"/>
                <a:gd name="csY12" fmla="*/ 104085 h 178180"/>
                <a:gd name="csX13" fmla="*/ 32795 w 98386"/>
                <a:gd name="csY13" fmla="*/ 178180 h 178180"/>
                <a:gd name="csX14" fmla="*/ 0 w 98386"/>
                <a:gd name="csY14" fmla="*/ 178180 h 178180"/>
                <a:gd name="csX15" fmla="*/ 0 w 98386"/>
                <a:gd name="csY15" fmla="*/ 0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8386" h="178180">
                  <a:moveTo>
                    <a:pt x="886" y="0"/>
                  </a:moveTo>
                  <a:lnTo>
                    <a:pt x="33682" y="0"/>
                  </a:lnTo>
                  <a:lnTo>
                    <a:pt x="33682" y="68802"/>
                  </a:lnTo>
                  <a:lnTo>
                    <a:pt x="33682" y="68802"/>
                  </a:lnTo>
                  <a:cubicBezTo>
                    <a:pt x="37227" y="63510"/>
                    <a:pt x="40773" y="59099"/>
                    <a:pt x="46091" y="56453"/>
                  </a:cubicBezTo>
                  <a:cubicBezTo>
                    <a:pt x="51409" y="53807"/>
                    <a:pt x="56727" y="52043"/>
                    <a:pt x="62932" y="52043"/>
                  </a:cubicBezTo>
                  <a:cubicBezTo>
                    <a:pt x="84205" y="52043"/>
                    <a:pt x="98386" y="69684"/>
                    <a:pt x="98386" y="104967"/>
                  </a:cubicBezTo>
                  <a:lnTo>
                    <a:pt x="98386" y="178180"/>
                  </a:lnTo>
                  <a:lnTo>
                    <a:pt x="65591" y="178180"/>
                  </a:lnTo>
                  <a:lnTo>
                    <a:pt x="65591" y="108496"/>
                  </a:lnTo>
                  <a:cubicBezTo>
                    <a:pt x="65591" y="93500"/>
                    <a:pt x="61159" y="82033"/>
                    <a:pt x="49636" y="82033"/>
                  </a:cubicBezTo>
                  <a:cubicBezTo>
                    <a:pt x="38114" y="82033"/>
                    <a:pt x="36341" y="87326"/>
                    <a:pt x="33682" y="95265"/>
                  </a:cubicBezTo>
                  <a:cubicBezTo>
                    <a:pt x="33682" y="97911"/>
                    <a:pt x="32795" y="101439"/>
                    <a:pt x="32795" y="104085"/>
                  </a:cubicBezTo>
                  <a:lnTo>
                    <a:pt x="32795" y="178180"/>
                  </a:lnTo>
                  <a:lnTo>
                    <a:pt x="0" y="178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883DE77-26B6-A1A4-86BB-928551524717}"/>
                </a:ext>
              </a:extLst>
            </p:cNvPr>
            <p:cNvSpPr/>
            <p:nvPr/>
          </p:nvSpPr>
          <p:spPr>
            <a:xfrm>
              <a:off x="3034669" y="11561084"/>
              <a:ext cx="157772" cy="127901"/>
            </a:xfrm>
            <a:custGeom>
              <a:avLst/>
              <a:gdLst>
                <a:gd name="csX0" fmla="*/ 1773 w 157772"/>
                <a:gd name="csY0" fmla="*/ 41458 h 127901"/>
                <a:gd name="csX1" fmla="*/ 886 w 157772"/>
                <a:gd name="csY1" fmla="*/ 2646 h 127901"/>
                <a:gd name="csX2" fmla="*/ 29250 w 157772"/>
                <a:gd name="csY2" fmla="*/ 2646 h 127901"/>
                <a:gd name="csX3" fmla="*/ 31023 w 157772"/>
                <a:gd name="csY3" fmla="*/ 18524 h 127901"/>
                <a:gd name="csX4" fmla="*/ 31023 w 157772"/>
                <a:gd name="csY4" fmla="*/ 18524 h 127901"/>
                <a:gd name="csX5" fmla="*/ 62045 w 157772"/>
                <a:gd name="csY5" fmla="*/ 0 h 127901"/>
                <a:gd name="csX6" fmla="*/ 90409 w 157772"/>
                <a:gd name="csY6" fmla="*/ 20288 h 127901"/>
                <a:gd name="csX7" fmla="*/ 90409 w 157772"/>
                <a:gd name="csY7" fmla="*/ 20288 h 127901"/>
                <a:gd name="csX8" fmla="*/ 103704 w 157772"/>
                <a:gd name="csY8" fmla="*/ 6175 h 127901"/>
                <a:gd name="csX9" fmla="*/ 123204 w 157772"/>
                <a:gd name="csY9" fmla="*/ 882 h 127901"/>
                <a:gd name="csX10" fmla="*/ 157773 w 157772"/>
                <a:gd name="csY10" fmla="*/ 52043 h 127901"/>
                <a:gd name="csX11" fmla="*/ 157773 w 157772"/>
                <a:gd name="csY11" fmla="*/ 127020 h 127901"/>
                <a:gd name="csX12" fmla="*/ 124977 w 157772"/>
                <a:gd name="csY12" fmla="*/ 127020 h 127901"/>
                <a:gd name="csX13" fmla="*/ 124977 w 157772"/>
                <a:gd name="csY13" fmla="*/ 58217 h 127901"/>
                <a:gd name="csX14" fmla="*/ 110795 w 157772"/>
                <a:gd name="csY14" fmla="*/ 30873 h 127901"/>
                <a:gd name="csX15" fmla="*/ 96614 w 157772"/>
                <a:gd name="csY15" fmla="*/ 43222 h 127901"/>
                <a:gd name="csX16" fmla="*/ 95727 w 157772"/>
                <a:gd name="csY16" fmla="*/ 52925 h 127901"/>
                <a:gd name="csX17" fmla="*/ 95727 w 157772"/>
                <a:gd name="csY17" fmla="*/ 127020 h 127901"/>
                <a:gd name="csX18" fmla="*/ 62932 w 157772"/>
                <a:gd name="csY18" fmla="*/ 127020 h 127901"/>
                <a:gd name="csX19" fmla="*/ 62932 w 157772"/>
                <a:gd name="csY19" fmla="*/ 55571 h 127901"/>
                <a:gd name="csX20" fmla="*/ 48750 w 157772"/>
                <a:gd name="csY20" fmla="*/ 30873 h 127901"/>
                <a:gd name="csX21" fmla="*/ 33682 w 157772"/>
                <a:gd name="csY21" fmla="*/ 44104 h 127901"/>
                <a:gd name="csX22" fmla="*/ 32795 w 157772"/>
                <a:gd name="csY22" fmla="*/ 53807 h 127901"/>
                <a:gd name="csX23" fmla="*/ 32795 w 157772"/>
                <a:gd name="csY23" fmla="*/ 127902 h 127901"/>
                <a:gd name="csX24" fmla="*/ 0 w 157772"/>
                <a:gd name="csY24" fmla="*/ 127902 h 127901"/>
                <a:gd name="csX25" fmla="*/ 0 w 157772"/>
                <a:gd name="csY25" fmla="*/ 43222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57772" h="127901">
                  <a:moveTo>
                    <a:pt x="1773" y="41458"/>
                  </a:moveTo>
                  <a:cubicBezTo>
                    <a:pt x="1773" y="26462"/>
                    <a:pt x="1773" y="14113"/>
                    <a:pt x="886" y="2646"/>
                  </a:cubicBezTo>
                  <a:lnTo>
                    <a:pt x="29250" y="2646"/>
                  </a:lnTo>
                  <a:lnTo>
                    <a:pt x="31023" y="18524"/>
                  </a:lnTo>
                  <a:lnTo>
                    <a:pt x="31023" y="18524"/>
                  </a:lnTo>
                  <a:cubicBezTo>
                    <a:pt x="36341" y="10585"/>
                    <a:pt x="46091" y="0"/>
                    <a:pt x="62045" y="0"/>
                  </a:cubicBezTo>
                  <a:cubicBezTo>
                    <a:pt x="78000" y="0"/>
                    <a:pt x="85977" y="7939"/>
                    <a:pt x="90409" y="20288"/>
                  </a:cubicBezTo>
                  <a:lnTo>
                    <a:pt x="90409" y="20288"/>
                  </a:lnTo>
                  <a:cubicBezTo>
                    <a:pt x="93954" y="14113"/>
                    <a:pt x="98386" y="8821"/>
                    <a:pt x="103704" y="6175"/>
                  </a:cubicBezTo>
                  <a:cubicBezTo>
                    <a:pt x="109023" y="2646"/>
                    <a:pt x="115227" y="882"/>
                    <a:pt x="123204" y="882"/>
                  </a:cubicBezTo>
                  <a:cubicBezTo>
                    <a:pt x="143591" y="882"/>
                    <a:pt x="157773" y="17642"/>
                    <a:pt x="157773" y="52043"/>
                  </a:cubicBezTo>
                  <a:lnTo>
                    <a:pt x="157773" y="127020"/>
                  </a:lnTo>
                  <a:lnTo>
                    <a:pt x="124977" y="127020"/>
                  </a:lnTo>
                  <a:lnTo>
                    <a:pt x="124977" y="58217"/>
                  </a:lnTo>
                  <a:cubicBezTo>
                    <a:pt x="124977" y="41458"/>
                    <a:pt x="120545" y="30873"/>
                    <a:pt x="110795" y="30873"/>
                  </a:cubicBezTo>
                  <a:cubicBezTo>
                    <a:pt x="101045" y="30873"/>
                    <a:pt x="98386" y="36165"/>
                    <a:pt x="96614" y="43222"/>
                  </a:cubicBezTo>
                  <a:cubicBezTo>
                    <a:pt x="96614" y="45868"/>
                    <a:pt x="95727" y="49396"/>
                    <a:pt x="95727" y="52925"/>
                  </a:cubicBezTo>
                  <a:lnTo>
                    <a:pt x="95727" y="127020"/>
                  </a:lnTo>
                  <a:lnTo>
                    <a:pt x="62932" y="127020"/>
                  </a:lnTo>
                  <a:lnTo>
                    <a:pt x="62932" y="55571"/>
                  </a:lnTo>
                  <a:cubicBezTo>
                    <a:pt x="62932" y="42340"/>
                    <a:pt x="59386" y="30873"/>
                    <a:pt x="48750" y="30873"/>
                  </a:cubicBezTo>
                  <a:cubicBezTo>
                    <a:pt x="38114" y="30873"/>
                    <a:pt x="36341" y="37047"/>
                    <a:pt x="33682" y="44104"/>
                  </a:cubicBezTo>
                  <a:cubicBezTo>
                    <a:pt x="32795" y="46750"/>
                    <a:pt x="32795" y="50279"/>
                    <a:pt x="32795" y="53807"/>
                  </a:cubicBezTo>
                  <a:lnTo>
                    <a:pt x="32795" y="127902"/>
                  </a:lnTo>
                  <a:lnTo>
                    <a:pt x="0" y="127902"/>
                  </a:lnTo>
                  <a:lnTo>
                    <a:pt x="0" y="43222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4AFCFE6-E5A6-6AF9-B5F8-DB2AC26E6526}"/>
                </a:ext>
              </a:extLst>
            </p:cNvPr>
            <p:cNvSpPr/>
            <p:nvPr/>
          </p:nvSpPr>
          <p:spPr>
            <a:xfrm>
              <a:off x="3204851" y="11561084"/>
              <a:ext cx="94840" cy="127901"/>
            </a:xfrm>
            <a:custGeom>
              <a:avLst/>
              <a:gdLst>
                <a:gd name="csX0" fmla="*/ 93068 w 94840"/>
                <a:gd name="csY0" fmla="*/ 96147 h 127901"/>
                <a:gd name="csX1" fmla="*/ 94841 w 94840"/>
                <a:gd name="csY1" fmla="*/ 125255 h 127901"/>
                <a:gd name="csX2" fmla="*/ 64704 w 94840"/>
                <a:gd name="csY2" fmla="*/ 125255 h 127901"/>
                <a:gd name="csX3" fmla="*/ 62932 w 94840"/>
                <a:gd name="csY3" fmla="*/ 112906 h 127901"/>
                <a:gd name="csX4" fmla="*/ 62932 w 94840"/>
                <a:gd name="csY4" fmla="*/ 112906 h 127901"/>
                <a:gd name="csX5" fmla="*/ 33682 w 94840"/>
                <a:gd name="csY5" fmla="*/ 127902 h 127901"/>
                <a:gd name="csX6" fmla="*/ 0 w 94840"/>
                <a:gd name="csY6" fmla="*/ 89972 h 127901"/>
                <a:gd name="csX7" fmla="*/ 61159 w 94840"/>
                <a:gd name="csY7" fmla="*/ 43222 h 127901"/>
                <a:gd name="csX8" fmla="*/ 61159 w 94840"/>
                <a:gd name="csY8" fmla="*/ 41458 h 127901"/>
                <a:gd name="csX9" fmla="*/ 42545 w 94840"/>
                <a:gd name="csY9" fmla="*/ 25580 h 127901"/>
                <a:gd name="csX10" fmla="*/ 14182 w 94840"/>
                <a:gd name="csY10" fmla="*/ 34401 h 127901"/>
                <a:gd name="csX11" fmla="*/ 7977 w 94840"/>
                <a:gd name="csY11" fmla="*/ 10585 h 127901"/>
                <a:gd name="csX12" fmla="*/ 48750 w 94840"/>
                <a:gd name="csY12" fmla="*/ 0 h 127901"/>
                <a:gd name="csX13" fmla="*/ 94841 w 94840"/>
                <a:gd name="csY13" fmla="*/ 52925 h 127901"/>
                <a:gd name="csX14" fmla="*/ 94841 w 94840"/>
                <a:gd name="csY14" fmla="*/ 97029 h 127901"/>
                <a:gd name="csX15" fmla="*/ 61159 w 94840"/>
                <a:gd name="csY15" fmla="*/ 67038 h 127901"/>
                <a:gd name="csX16" fmla="*/ 31909 w 94840"/>
                <a:gd name="csY16" fmla="*/ 87326 h 127901"/>
                <a:gd name="csX17" fmla="*/ 44318 w 94840"/>
                <a:gd name="csY17" fmla="*/ 102321 h 127901"/>
                <a:gd name="csX18" fmla="*/ 60273 w 94840"/>
                <a:gd name="csY18" fmla="*/ 89090 h 127901"/>
                <a:gd name="csX19" fmla="*/ 60273 w 94840"/>
                <a:gd name="csY19" fmla="*/ 82916 h 127901"/>
                <a:gd name="csX20" fmla="*/ 60273 w 94840"/>
                <a:gd name="csY20" fmla="*/ 67038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4840" h="127901">
                  <a:moveTo>
                    <a:pt x="93068" y="96147"/>
                  </a:moveTo>
                  <a:cubicBezTo>
                    <a:pt x="93068" y="107614"/>
                    <a:pt x="93068" y="118199"/>
                    <a:pt x="94841" y="125255"/>
                  </a:cubicBezTo>
                  <a:lnTo>
                    <a:pt x="64704" y="125255"/>
                  </a:lnTo>
                  <a:lnTo>
                    <a:pt x="62932" y="112906"/>
                  </a:lnTo>
                  <a:lnTo>
                    <a:pt x="62932" y="112906"/>
                  </a:lnTo>
                  <a:cubicBezTo>
                    <a:pt x="55841" y="122609"/>
                    <a:pt x="45205" y="127902"/>
                    <a:pt x="33682" y="127902"/>
                  </a:cubicBezTo>
                  <a:cubicBezTo>
                    <a:pt x="12409" y="127902"/>
                    <a:pt x="0" y="110260"/>
                    <a:pt x="0" y="89972"/>
                  </a:cubicBezTo>
                  <a:cubicBezTo>
                    <a:pt x="0" y="57335"/>
                    <a:pt x="25704" y="43222"/>
                    <a:pt x="61159" y="43222"/>
                  </a:cubicBezTo>
                  <a:lnTo>
                    <a:pt x="61159" y="41458"/>
                  </a:lnTo>
                  <a:cubicBezTo>
                    <a:pt x="61159" y="33519"/>
                    <a:pt x="57614" y="25580"/>
                    <a:pt x="42545" y="25580"/>
                  </a:cubicBezTo>
                  <a:cubicBezTo>
                    <a:pt x="27477" y="25580"/>
                    <a:pt x="21273" y="29109"/>
                    <a:pt x="14182" y="34401"/>
                  </a:cubicBezTo>
                  <a:lnTo>
                    <a:pt x="7977" y="10585"/>
                  </a:lnTo>
                  <a:cubicBezTo>
                    <a:pt x="15068" y="6175"/>
                    <a:pt x="29250" y="0"/>
                    <a:pt x="48750" y="0"/>
                  </a:cubicBezTo>
                  <a:cubicBezTo>
                    <a:pt x="85091" y="0"/>
                    <a:pt x="94841" y="24698"/>
                    <a:pt x="94841" y="52925"/>
                  </a:cubicBezTo>
                  <a:lnTo>
                    <a:pt x="94841" y="97029"/>
                  </a:lnTo>
                  <a:close/>
                  <a:moveTo>
                    <a:pt x="61159" y="67038"/>
                  </a:moveTo>
                  <a:cubicBezTo>
                    <a:pt x="45205" y="67038"/>
                    <a:pt x="31909" y="71448"/>
                    <a:pt x="31909" y="87326"/>
                  </a:cubicBezTo>
                  <a:cubicBezTo>
                    <a:pt x="31909" y="103203"/>
                    <a:pt x="38114" y="102321"/>
                    <a:pt x="44318" y="102321"/>
                  </a:cubicBezTo>
                  <a:cubicBezTo>
                    <a:pt x="50523" y="102321"/>
                    <a:pt x="58500" y="97029"/>
                    <a:pt x="60273" y="89090"/>
                  </a:cubicBezTo>
                  <a:cubicBezTo>
                    <a:pt x="60273" y="87326"/>
                    <a:pt x="60273" y="84680"/>
                    <a:pt x="60273" y="82916"/>
                  </a:cubicBezTo>
                  <a:lnTo>
                    <a:pt x="60273" y="67038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BD4F37D9-ED73-E8AB-87AF-E4CEC1A3DB9D}"/>
                </a:ext>
              </a:extLst>
            </p:cNvPr>
            <p:cNvSpPr/>
            <p:nvPr/>
          </p:nvSpPr>
          <p:spPr>
            <a:xfrm>
              <a:off x="3312988" y="11561084"/>
              <a:ext cx="99272" cy="126137"/>
            </a:xfrm>
            <a:custGeom>
              <a:avLst/>
              <a:gdLst>
                <a:gd name="csX0" fmla="*/ 1773 w 99272"/>
                <a:gd name="csY0" fmla="*/ 41458 h 126137"/>
                <a:gd name="csX1" fmla="*/ 886 w 99272"/>
                <a:gd name="csY1" fmla="*/ 2646 h 126137"/>
                <a:gd name="csX2" fmla="*/ 29250 w 99272"/>
                <a:gd name="csY2" fmla="*/ 2646 h 126137"/>
                <a:gd name="csX3" fmla="*/ 31023 w 99272"/>
                <a:gd name="csY3" fmla="*/ 18524 h 126137"/>
                <a:gd name="csX4" fmla="*/ 31023 w 99272"/>
                <a:gd name="csY4" fmla="*/ 18524 h 126137"/>
                <a:gd name="csX5" fmla="*/ 62932 w 99272"/>
                <a:gd name="csY5" fmla="*/ 0 h 126137"/>
                <a:gd name="csX6" fmla="*/ 99273 w 99272"/>
                <a:gd name="csY6" fmla="*/ 51161 h 126137"/>
                <a:gd name="csX7" fmla="*/ 99273 w 99272"/>
                <a:gd name="csY7" fmla="*/ 126137 h 126137"/>
                <a:gd name="csX8" fmla="*/ 66477 w 99272"/>
                <a:gd name="csY8" fmla="*/ 126137 h 126137"/>
                <a:gd name="csX9" fmla="*/ 66477 w 99272"/>
                <a:gd name="csY9" fmla="*/ 54689 h 126137"/>
                <a:gd name="csX10" fmla="*/ 50523 w 99272"/>
                <a:gd name="csY10" fmla="*/ 29991 h 126137"/>
                <a:gd name="csX11" fmla="*/ 34568 w 99272"/>
                <a:gd name="csY11" fmla="*/ 43222 h 126137"/>
                <a:gd name="csX12" fmla="*/ 32795 w 99272"/>
                <a:gd name="csY12" fmla="*/ 52925 h 126137"/>
                <a:gd name="csX13" fmla="*/ 32795 w 99272"/>
                <a:gd name="csY13" fmla="*/ 125255 h 126137"/>
                <a:gd name="csX14" fmla="*/ 0 w 99272"/>
                <a:gd name="csY14" fmla="*/ 125255 h 126137"/>
                <a:gd name="csX15" fmla="*/ 0 w 99272"/>
                <a:gd name="csY15" fmla="*/ 40576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9272" h="126137">
                  <a:moveTo>
                    <a:pt x="1773" y="41458"/>
                  </a:moveTo>
                  <a:cubicBezTo>
                    <a:pt x="1773" y="26462"/>
                    <a:pt x="1773" y="14113"/>
                    <a:pt x="886" y="2646"/>
                  </a:cubicBezTo>
                  <a:lnTo>
                    <a:pt x="29250" y="2646"/>
                  </a:lnTo>
                  <a:lnTo>
                    <a:pt x="31023" y="18524"/>
                  </a:lnTo>
                  <a:lnTo>
                    <a:pt x="31023" y="18524"/>
                  </a:lnTo>
                  <a:cubicBezTo>
                    <a:pt x="35455" y="10585"/>
                    <a:pt x="46977" y="0"/>
                    <a:pt x="62932" y="0"/>
                  </a:cubicBezTo>
                  <a:cubicBezTo>
                    <a:pt x="78886" y="0"/>
                    <a:pt x="99273" y="17642"/>
                    <a:pt x="99273" y="51161"/>
                  </a:cubicBezTo>
                  <a:lnTo>
                    <a:pt x="99273" y="126137"/>
                  </a:lnTo>
                  <a:lnTo>
                    <a:pt x="66477" y="126137"/>
                  </a:lnTo>
                  <a:lnTo>
                    <a:pt x="66477" y="54689"/>
                  </a:lnTo>
                  <a:cubicBezTo>
                    <a:pt x="66477" y="40576"/>
                    <a:pt x="62045" y="29991"/>
                    <a:pt x="50523" y="29991"/>
                  </a:cubicBezTo>
                  <a:cubicBezTo>
                    <a:pt x="39000" y="29991"/>
                    <a:pt x="37227" y="36165"/>
                    <a:pt x="34568" y="43222"/>
                  </a:cubicBezTo>
                  <a:cubicBezTo>
                    <a:pt x="33682" y="45868"/>
                    <a:pt x="32795" y="49396"/>
                    <a:pt x="32795" y="52925"/>
                  </a:cubicBezTo>
                  <a:lnTo>
                    <a:pt x="32795" y="125255"/>
                  </a:lnTo>
                  <a:lnTo>
                    <a:pt x="0" y="125255"/>
                  </a:lnTo>
                  <a:lnTo>
                    <a:pt x="0" y="4057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40DCC99-6D2E-E6A4-16A8-180C164FDEB2}"/>
                </a:ext>
              </a:extLst>
            </p:cNvPr>
            <p:cNvSpPr/>
            <p:nvPr/>
          </p:nvSpPr>
          <p:spPr>
            <a:xfrm>
              <a:off x="949943" y="11761316"/>
              <a:ext cx="87749" cy="170241"/>
            </a:xfrm>
            <a:custGeom>
              <a:avLst/>
              <a:gdLst>
                <a:gd name="csX0" fmla="*/ 0 w 87749"/>
                <a:gd name="csY0" fmla="*/ 0 h 170241"/>
                <a:gd name="csX1" fmla="*/ 87750 w 87749"/>
                <a:gd name="csY1" fmla="*/ 0 h 170241"/>
                <a:gd name="csX2" fmla="*/ 87750 w 87749"/>
                <a:gd name="csY2" fmla="*/ 30873 h 170241"/>
                <a:gd name="csX3" fmla="*/ 33682 w 87749"/>
                <a:gd name="csY3" fmla="*/ 30873 h 170241"/>
                <a:gd name="csX4" fmla="*/ 33682 w 87749"/>
                <a:gd name="csY4" fmla="*/ 71448 h 170241"/>
                <a:gd name="csX5" fmla="*/ 84205 w 87749"/>
                <a:gd name="csY5" fmla="*/ 71448 h 170241"/>
                <a:gd name="csX6" fmla="*/ 84205 w 87749"/>
                <a:gd name="csY6" fmla="*/ 101439 h 170241"/>
                <a:gd name="csX7" fmla="*/ 33682 w 87749"/>
                <a:gd name="csY7" fmla="*/ 101439 h 170241"/>
                <a:gd name="csX8" fmla="*/ 33682 w 87749"/>
                <a:gd name="csY8" fmla="*/ 170241 h 170241"/>
                <a:gd name="csX9" fmla="*/ 0 w 87749"/>
                <a:gd name="csY9" fmla="*/ 170241 h 170241"/>
                <a:gd name="csX10" fmla="*/ 0 w 87749"/>
                <a:gd name="csY10" fmla="*/ 0 h 170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7749" h="170241">
                  <a:moveTo>
                    <a:pt x="0" y="0"/>
                  </a:moveTo>
                  <a:lnTo>
                    <a:pt x="87750" y="0"/>
                  </a:lnTo>
                  <a:lnTo>
                    <a:pt x="87750" y="30873"/>
                  </a:lnTo>
                  <a:lnTo>
                    <a:pt x="33682" y="30873"/>
                  </a:lnTo>
                  <a:lnTo>
                    <a:pt x="33682" y="71448"/>
                  </a:lnTo>
                  <a:lnTo>
                    <a:pt x="84205" y="71448"/>
                  </a:lnTo>
                  <a:lnTo>
                    <a:pt x="84205" y="101439"/>
                  </a:lnTo>
                  <a:lnTo>
                    <a:pt x="33682" y="101439"/>
                  </a:lnTo>
                  <a:lnTo>
                    <a:pt x="33682" y="170241"/>
                  </a:lnTo>
                  <a:lnTo>
                    <a:pt x="0" y="170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7A54219-711B-5CA4-E155-11E12BFAA687}"/>
                </a:ext>
              </a:extLst>
            </p:cNvPr>
            <p:cNvSpPr/>
            <p:nvPr/>
          </p:nvSpPr>
          <p:spPr>
            <a:xfrm>
              <a:off x="1055421" y="11806302"/>
              <a:ext cx="98386" cy="127901"/>
            </a:xfrm>
            <a:custGeom>
              <a:avLst/>
              <a:gdLst>
                <a:gd name="csX0" fmla="*/ 96614 w 98386"/>
                <a:gd name="csY0" fmla="*/ 96147 h 127901"/>
                <a:gd name="csX1" fmla="*/ 98386 w 98386"/>
                <a:gd name="csY1" fmla="*/ 125255 h 127901"/>
                <a:gd name="csX2" fmla="*/ 67364 w 98386"/>
                <a:gd name="csY2" fmla="*/ 125255 h 127901"/>
                <a:gd name="csX3" fmla="*/ 65591 w 98386"/>
                <a:gd name="csY3" fmla="*/ 112906 h 127901"/>
                <a:gd name="csX4" fmla="*/ 65591 w 98386"/>
                <a:gd name="csY4" fmla="*/ 112906 h 127901"/>
                <a:gd name="csX5" fmla="*/ 34568 w 98386"/>
                <a:gd name="csY5" fmla="*/ 127902 h 127901"/>
                <a:gd name="csX6" fmla="*/ 0 w 98386"/>
                <a:gd name="csY6" fmla="*/ 89972 h 127901"/>
                <a:gd name="csX7" fmla="*/ 62932 w 98386"/>
                <a:gd name="csY7" fmla="*/ 43222 h 127901"/>
                <a:gd name="csX8" fmla="*/ 62932 w 98386"/>
                <a:gd name="csY8" fmla="*/ 41458 h 127901"/>
                <a:gd name="csX9" fmla="*/ 43432 w 98386"/>
                <a:gd name="csY9" fmla="*/ 25580 h 127901"/>
                <a:gd name="csX10" fmla="*/ 14182 w 98386"/>
                <a:gd name="csY10" fmla="*/ 34401 h 127901"/>
                <a:gd name="csX11" fmla="*/ 7977 w 98386"/>
                <a:gd name="csY11" fmla="*/ 10585 h 127901"/>
                <a:gd name="csX12" fmla="*/ 49636 w 98386"/>
                <a:gd name="csY12" fmla="*/ 0 h 127901"/>
                <a:gd name="csX13" fmla="*/ 96614 w 98386"/>
                <a:gd name="csY13" fmla="*/ 52925 h 127901"/>
                <a:gd name="csX14" fmla="*/ 96614 w 98386"/>
                <a:gd name="csY14" fmla="*/ 97029 h 127901"/>
                <a:gd name="csX15" fmla="*/ 62932 w 98386"/>
                <a:gd name="csY15" fmla="*/ 67038 h 127901"/>
                <a:gd name="csX16" fmla="*/ 32795 w 98386"/>
                <a:gd name="csY16" fmla="*/ 87326 h 127901"/>
                <a:gd name="csX17" fmla="*/ 46091 w 98386"/>
                <a:gd name="csY17" fmla="*/ 102321 h 127901"/>
                <a:gd name="csX18" fmla="*/ 62932 w 98386"/>
                <a:gd name="csY18" fmla="*/ 89090 h 127901"/>
                <a:gd name="csX19" fmla="*/ 62932 w 98386"/>
                <a:gd name="csY19" fmla="*/ 82916 h 127901"/>
                <a:gd name="csX20" fmla="*/ 62932 w 98386"/>
                <a:gd name="csY20" fmla="*/ 67038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8386" h="127901">
                  <a:moveTo>
                    <a:pt x="96614" y="96147"/>
                  </a:moveTo>
                  <a:cubicBezTo>
                    <a:pt x="96614" y="107614"/>
                    <a:pt x="96614" y="118199"/>
                    <a:pt x="98386" y="125255"/>
                  </a:cubicBezTo>
                  <a:lnTo>
                    <a:pt x="67364" y="125255"/>
                  </a:lnTo>
                  <a:lnTo>
                    <a:pt x="65591" y="112906"/>
                  </a:lnTo>
                  <a:lnTo>
                    <a:pt x="65591" y="112906"/>
                  </a:lnTo>
                  <a:cubicBezTo>
                    <a:pt x="58500" y="122609"/>
                    <a:pt x="47864" y="127902"/>
                    <a:pt x="34568" y="127902"/>
                  </a:cubicBezTo>
                  <a:cubicBezTo>
                    <a:pt x="13295" y="127902"/>
                    <a:pt x="0" y="110260"/>
                    <a:pt x="0" y="89972"/>
                  </a:cubicBezTo>
                  <a:cubicBezTo>
                    <a:pt x="0" y="57335"/>
                    <a:pt x="26591" y="43222"/>
                    <a:pt x="62932" y="43222"/>
                  </a:cubicBezTo>
                  <a:lnTo>
                    <a:pt x="62932" y="41458"/>
                  </a:lnTo>
                  <a:cubicBezTo>
                    <a:pt x="62932" y="33519"/>
                    <a:pt x="59386" y="25580"/>
                    <a:pt x="43432" y="25580"/>
                  </a:cubicBezTo>
                  <a:cubicBezTo>
                    <a:pt x="27477" y="25580"/>
                    <a:pt x="21273" y="29109"/>
                    <a:pt x="14182" y="34401"/>
                  </a:cubicBezTo>
                  <a:lnTo>
                    <a:pt x="7977" y="10585"/>
                  </a:lnTo>
                  <a:cubicBezTo>
                    <a:pt x="15068" y="6175"/>
                    <a:pt x="30136" y="0"/>
                    <a:pt x="49636" y="0"/>
                  </a:cubicBezTo>
                  <a:cubicBezTo>
                    <a:pt x="86864" y="0"/>
                    <a:pt x="96614" y="24698"/>
                    <a:pt x="96614" y="52925"/>
                  </a:cubicBezTo>
                  <a:lnTo>
                    <a:pt x="96614" y="97029"/>
                  </a:lnTo>
                  <a:close/>
                  <a:moveTo>
                    <a:pt x="62932" y="67038"/>
                  </a:moveTo>
                  <a:cubicBezTo>
                    <a:pt x="46977" y="67038"/>
                    <a:pt x="32795" y="71448"/>
                    <a:pt x="32795" y="87326"/>
                  </a:cubicBezTo>
                  <a:cubicBezTo>
                    <a:pt x="32795" y="103203"/>
                    <a:pt x="39000" y="102321"/>
                    <a:pt x="46091" y="102321"/>
                  </a:cubicBezTo>
                  <a:cubicBezTo>
                    <a:pt x="53182" y="102321"/>
                    <a:pt x="60273" y="97029"/>
                    <a:pt x="62932" y="89090"/>
                  </a:cubicBezTo>
                  <a:cubicBezTo>
                    <a:pt x="62932" y="87326"/>
                    <a:pt x="62932" y="84680"/>
                    <a:pt x="62932" y="82916"/>
                  </a:cubicBezTo>
                  <a:lnTo>
                    <a:pt x="62932" y="67038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6B0CB64-8F12-290C-0F2F-0AE328C0D82F}"/>
                </a:ext>
              </a:extLst>
            </p:cNvPr>
            <p:cNvSpPr/>
            <p:nvPr/>
          </p:nvSpPr>
          <p:spPr>
            <a:xfrm>
              <a:off x="1172420" y="11806302"/>
              <a:ext cx="85444" cy="127901"/>
            </a:xfrm>
            <a:custGeom>
              <a:avLst/>
              <a:gdLst>
                <a:gd name="csX0" fmla="*/ 85091 w 85444"/>
                <a:gd name="csY0" fmla="*/ 122609 h 127901"/>
                <a:gd name="csX1" fmla="*/ 56727 w 85444"/>
                <a:gd name="csY1" fmla="*/ 127902 h 127901"/>
                <a:gd name="csX2" fmla="*/ 0 w 85444"/>
                <a:gd name="csY2" fmla="*/ 65274 h 127901"/>
                <a:gd name="csX3" fmla="*/ 61159 w 85444"/>
                <a:gd name="csY3" fmla="*/ 0 h 127901"/>
                <a:gd name="csX4" fmla="*/ 85091 w 85444"/>
                <a:gd name="csY4" fmla="*/ 4410 h 127901"/>
                <a:gd name="csX5" fmla="*/ 79773 w 85444"/>
                <a:gd name="csY5" fmla="*/ 31755 h 127901"/>
                <a:gd name="csX6" fmla="*/ 62045 w 85444"/>
                <a:gd name="csY6" fmla="*/ 28227 h 127901"/>
                <a:gd name="csX7" fmla="*/ 33682 w 85444"/>
                <a:gd name="csY7" fmla="*/ 63510 h 127901"/>
                <a:gd name="csX8" fmla="*/ 62045 w 85444"/>
                <a:gd name="csY8" fmla="*/ 98793 h 127901"/>
                <a:gd name="csX9" fmla="*/ 79773 w 85444"/>
                <a:gd name="csY9" fmla="*/ 95265 h 127901"/>
                <a:gd name="csX10" fmla="*/ 83318 w 85444"/>
                <a:gd name="csY10" fmla="*/ 122609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5444" h="127901">
                  <a:moveTo>
                    <a:pt x="85091" y="122609"/>
                  </a:moveTo>
                  <a:cubicBezTo>
                    <a:pt x="79773" y="125255"/>
                    <a:pt x="69136" y="127902"/>
                    <a:pt x="56727" y="127902"/>
                  </a:cubicBezTo>
                  <a:cubicBezTo>
                    <a:pt x="22159" y="127902"/>
                    <a:pt x="0" y="104085"/>
                    <a:pt x="0" y="65274"/>
                  </a:cubicBezTo>
                  <a:cubicBezTo>
                    <a:pt x="0" y="26462"/>
                    <a:pt x="22159" y="0"/>
                    <a:pt x="61159" y="0"/>
                  </a:cubicBezTo>
                  <a:cubicBezTo>
                    <a:pt x="100159" y="0"/>
                    <a:pt x="78886" y="1764"/>
                    <a:pt x="85091" y="4410"/>
                  </a:cubicBezTo>
                  <a:lnTo>
                    <a:pt x="79773" y="31755"/>
                  </a:lnTo>
                  <a:cubicBezTo>
                    <a:pt x="76227" y="29991"/>
                    <a:pt x="70909" y="28227"/>
                    <a:pt x="62045" y="28227"/>
                  </a:cubicBezTo>
                  <a:cubicBezTo>
                    <a:pt x="44318" y="28227"/>
                    <a:pt x="33682" y="43222"/>
                    <a:pt x="33682" y="63510"/>
                  </a:cubicBezTo>
                  <a:cubicBezTo>
                    <a:pt x="33682" y="83798"/>
                    <a:pt x="46091" y="98793"/>
                    <a:pt x="62045" y="98793"/>
                  </a:cubicBezTo>
                  <a:cubicBezTo>
                    <a:pt x="78000" y="98793"/>
                    <a:pt x="75341" y="97911"/>
                    <a:pt x="79773" y="95265"/>
                  </a:cubicBezTo>
                  <a:lnTo>
                    <a:pt x="83318" y="122609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D001E58-A3B9-8706-C6ED-B4809B568A95}"/>
                </a:ext>
              </a:extLst>
            </p:cNvPr>
            <p:cNvSpPr/>
            <p:nvPr/>
          </p:nvSpPr>
          <p:spPr>
            <a:xfrm>
              <a:off x="1275239" y="11808066"/>
              <a:ext cx="101045" cy="126137"/>
            </a:xfrm>
            <a:custGeom>
              <a:avLst/>
              <a:gdLst>
                <a:gd name="csX0" fmla="*/ 100159 w 101045"/>
                <a:gd name="csY0" fmla="*/ 84680 h 126137"/>
                <a:gd name="csX1" fmla="*/ 101045 w 101045"/>
                <a:gd name="csY1" fmla="*/ 123491 h 126137"/>
                <a:gd name="csX2" fmla="*/ 71795 w 101045"/>
                <a:gd name="csY2" fmla="*/ 123491 h 126137"/>
                <a:gd name="csX3" fmla="*/ 70023 w 101045"/>
                <a:gd name="csY3" fmla="*/ 107614 h 126137"/>
                <a:gd name="csX4" fmla="*/ 70023 w 101045"/>
                <a:gd name="csY4" fmla="*/ 107614 h 126137"/>
                <a:gd name="csX5" fmla="*/ 37227 w 101045"/>
                <a:gd name="csY5" fmla="*/ 126137 h 126137"/>
                <a:gd name="csX6" fmla="*/ 0 w 101045"/>
                <a:gd name="csY6" fmla="*/ 73213 h 126137"/>
                <a:gd name="csX7" fmla="*/ 0 w 101045"/>
                <a:gd name="csY7" fmla="*/ 0 h 126137"/>
                <a:gd name="csX8" fmla="*/ 33682 w 101045"/>
                <a:gd name="csY8" fmla="*/ 0 h 126137"/>
                <a:gd name="csX9" fmla="*/ 33682 w 101045"/>
                <a:gd name="csY9" fmla="*/ 67920 h 126137"/>
                <a:gd name="csX10" fmla="*/ 49636 w 101045"/>
                <a:gd name="csY10" fmla="*/ 96147 h 126137"/>
                <a:gd name="csX11" fmla="*/ 64705 w 101045"/>
                <a:gd name="csY11" fmla="*/ 84680 h 126137"/>
                <a:gd name="csX12" fmla="*/ 66477 w 101045"/>
                <a:gd name="csY12" fmla="*/ 75859 h 126137"/>
                <a:gd name="csX13" fmla="*/ 66477 w 101045"/>
                <a:gd name="csY13" fmla="*/ 882 h 126137"/>
                <a:gd name="csX14" fmla="*/ 100159 w 101045"/>
                <a:gd name="csY14" fmla="*/ 882 h 126137"/>
                <a:gd name="csX15" fmla="*/ 100159 w 101045"/>
                <a:gd name="csY15" fmla="*/ 85562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01045" h="126137">
                  <a:moveTo>
                    <a:pt x="100159" y="84680"/>
                  </a:moveTo>
                  <a:cubicBezTo>
                    <a:pt x="100159" y="99675"/>
                    <a:pt x="100159" y="112906"/>
                    <a:pt x="101045" y="123491"/>
                  </a:cubicBezTo>
                  <a:lnTo>
                    <a:pt x="71795" y="123491"/>
                  </a:lnTo>
                  <a:lnTo>
                    <a:pt x="70023" y="107614"/>
                  </a:lnTo>
                  <a:lnTo>
                    <a:pt x="70023" y="107614"/>
                  </a:lnTo>
                  <a:cubicBezTo>
                    <a:pt x="65591" y="115552"/>
                    <a:pt x="54955" y="126137"/>
                    <a:pt x="37227" y="126137"/>
                  </a:cubicBezTo>
                  <a:cubicBezTo>
                    <a:pt x="19500" y="126137"/>
                    <a:pt x="0" y="110260"/>
                    <a:pt x="0" y="73213"/>
                  </a:cubicBezTo>
                  <a:lnTo>
                    <a:pt x="0" y="0"/>
                  </a:lnTo>
                  <a:lnTo>
                    <a:pt x="33682" y="0"/>
                  </a:lnTo>
                  <a:lnTo>
                    <a:pt x="33682" y="67920"/>
                  </a:lnTo>
                  <a:cubicBezTo>
                    <a:pt x="33682" y="85562"/>
                    <a:pt x="38114" y="96147"/>
                    <a:pt x="49636" y="96147"/>
                  </a:cubicBezTo>
                  <a:cubicBezTo>
                    <a:pt x="61159" y="96147"/>
                    <a:pt x="62932" y="89972"/>
                    <a:pt x="64705" y="84680"/>
                  </a:cubicBezTo>
                  <a:cubicBezTo>
                    <a:pt x="65591" y="82033"/>
                    <a:pt x="66477" y="79387"/>
                    <a:pt x="66477" y="75859"/>
                  </a:cubicBezTo>
                  <a:lnTo>
                    <a:pt x="66477" y="882"/>
                  </a:lnTo>
                  <a:lnTo>
                    <a:pt x="100159" y="882"/>
                  </a:lnTo>
                  <a:lnTo>
                    <a:pt x="100159" y="85562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A549DB2B-EB6F-106C-CE7D-B5FBA6EBE06D}"/>
                </a:ext>
              </a:extLst>
            </p:cNvPr>
            <p:cNvSpPr/>
            <p:nvPr/>
          </p:nvSpPr>
          <p:spPr>
            <a:xfrm>
              <a:off x="1401989" y="11753377"/>
              <a:ext cx="33681" cy="178180"/>
            </a:xfrm>
            <a:custGeom>
              <a:avLst/>
              <a:gdLst>
                <a:gd name="csX0" fmla="*/ 0 w 33681"/>
                <a:gd name="csY0" fmla="*/ 0 h 178180"/>
                <a:gd name="csX1" fmla="*/ 33682 w 33681"/>
                <a:gd name="csY1" fmla="*/ 0 h 178180"/>
                <a:gd name="csX2" fmla="*/ 33682 w 33681"/>
                <a:gd name="csY2" fmla="*/ 178180 h 178180"/>
                <a:gd name="csX3" fmla="*/ 0 w 33681"/>
                <a:gd name="csY3" fmla="*/ 178180 h 178180"/>
                <a:gd name="csX4" fmla="*/ 0 w 33681"/>
                <a:gd name="csY4" fmla="*/ 0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681" h="178180">
                  <a:moveTo>
                    <a:pt x="0" y="0"/>
                  </a:moveTo>
                  <a:lnTo>
                    <a:pt x="33682" y="0"/>
                  </a:lnTo>
                  <a:lnTo>
                    <a:pt x="33682" y="178180"/>
                  </a:lnTo>
                  <a:lnTo>
                    <a:pt x="0" y="178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DBC75FC-F570-A656-0765-2C225AFD7F77}"/>
                </a:ext>
              </a:extLst>
            </p:cNvPr>
            <p:cNvSpPr/>
            <p:nvPr/>
          </p:nvSpPr>
          <p:spPr>
            <a:xfrm>
              <a:off x="1452511" y="11775429"/>
              <a:ext cx="73568" cy="158774"/>
            </a:xfrm>
            <a:custGeom>
              <a:avLst/>
              <a:gdLst>
                <a:gd name="csX0" fmla="*/ 48750 w 73568"/>
                <a:gd name="csY0" fmla="*/ 0 h 158774"/>
                <a:gd name="csX1" fmla="*/ 48750 w 73568"/>
                <a:gd name="csY1" fmla="*/ 33519 h 158774"/>
                <a:gd name="csX2" fmla="*/ 73568 w 73568"/>
                <a:gd name="csY2" fmla="*/ 33519 h 158774"/>
                <a:gd name="csX3" fmla="*/ 73568 w 73568"/>
                <a:gd name="csY3" fmla="*/ 59981 h 158774"/>
                <a:gd name="csX4" fmla="*/ 48750 w 73568"/>
                <a:gd name="csY4" fmla="*/ 59981 h 158774"/>
                <a:gd name="csX5" fmla="*/ 48750 w 73568"/>
                <a:gd name="csY5" fmla="*/ 108496 h 158774"/>
                <a:gd name="csX6" fmla="*/ 62045 w 73568"/>
                <a:gd name="csY6" fmla="*/ 128784 h 158774"/>
                <a:gd name="csX7" fmla="*/ 71795 w 73568"/>
                <a:gd name="csY7" fmla="*/ 127902 h 158774"/>
                <a:gd name="csX8" fmla="*/ 71795 w 73568"/>
                <a:gd name="csY8" fmla="*/ 156128 h 158774"/>
                <a:gd name="csX9" fmla="*/ 50523 w 73568"/>
                <a:gd name="csY9" fmla="*/ 158774 h 158774"/>
                <a:gd name="csX10" fmla="*/ 24818 w 73568"/>
                <a:gd name="csY10" fmla="*/ 149072 h 158774"/>
                <a:gd name="csX11" fmla="*/ 15068 w 73568"/>
                <a:gd name="csY11" fmla="*/ 112906 h 158774"/>
                <a:gd name="csX12" fmla="*/ 15068 w 73568"/>
                <a:gd name="csY12" fmla="*/ 59981 h 158774"/>
                <a:gd name="csX13" fmla="*/ 0 w 73568"/>
                <a:gd name="csY13" fmla="*/ 59981 h 158774"/>
                <a:gd name="csX14" fmla="*/ 0 w 73568"/>
                <a:gd name="csY14" fmla="*/ 33519 h 158774"/>
                <a:gd name="csX15" fmla="*/ 15068 w 73568"/>
                <a:gd name="csY15" fmla="*/ 33519 h 158774"/>
                <a:gd name="csX16" fmla="*/ 15068 w 73568"/>
                <a:gd name="csY16" fmla="*/ 10585 h 158774"/>
                <a:gd name="csX17" fmla="*/ 48750 w 73568"/>
                <a:gd name="csY17" fmla="*/ 0 h 1587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3568" h="158774">
                  <a:moveTo>
                    <a:pt x="48750" y="0"/>
                  </a:moveTo>
                  <a:lnTo>
                    <a:pt x="48750" y="33519"/>
                  </a:lnTo>
                  <a:lnTo>
                    <a:pt x="73568" y="33519"/>
                  </a:lnTo>
                  <a:lnTo>
                    <a:pt x="73568" y="59981"/>
                  </a:lnTo>
                  <a:lnTo>
                    <a:pt x="48750" y="59981"/>
                  </a:lnTo>
                  <a:lnTo>
                    <a:pt x="48750" y="108496"/>
                  </a:lnTo>
                  <a:cubicBezTo>
                    <a:pt x="48750" y="123491"/>
                    <a:pt x="52295" y="128784"/>
                    <a:pt x="62045" y="128784"/>
                  </a:cubicBezTo>
                  <a:cubicBezTo>
                    <a:pt x="71795" y="128784"/>
                    <a:pt x="68250" y="128784"/>
                    <a:pt x="71795" y="127902"/>
                  </a:cubicBezTo>
                  <a:lnTo>
                    <a:pt x="71795" y="156128"/>
                  </a:lnTo>
                  <a:cubicBezTo>
                    <a:pt x="67364" y="157892"/>
                    <a:pt x="59386" y="158774"/>
                    <a:pt x="50523" y="158774"/>
                  </a:cubicBezTo>
                  <a:cubicBezTo>
                    <a:pt x="41659" y="158774"/>
                    <a:pt x="31023" y="155246"/>
                    <a:pt x="24818" y="149072"/>
                  </a:cubicBezTo>
                  <a:cubicBezTo>
                    <a:pt x="18614" y="142015"/>
                    <a:pt x="15068" y="130548"/>
                    <a:pt x="15068" y="112906"/>
                  </a:cubicBezTo>
                  <a:lnTo>
                    <a:pt x="15068" y="59981"/>
                  </a:lnTo>
                  <a:lnTo>
                    <a:pt x="0" y="59981"/>
                  </a:lnTo>
                  <a:lnTo>
                    <a:pt x="0" y="33519"/>
                  </a:lnTo>
                  <a:lnTo>
                    <a:pt x="15068" y="33519"/>
                  </a:lnTo>
                  <a:lnTo>
                    <a:pt x="15068" y="10585"/>
                  </a:lnTo>
                  <a:lnTo>
                    <a:pt x="48750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B949F68-FB6B-A4CB-3826-92D8D5C51CDB}"/>
                </a:ext>
              </a:extLst>
            </p:cNvPr>
            <p:cNvSpPr/>
            <p:nvPr/>
          </p:nvSpPr>
          <p:spPr>
            <a:xfrm>
              <a:off x="1530511" y="11808066"/>
              <a:ext cx="112568" cy="179062"/>
            </a:xfrm>
            <a:custGeom>
              <a:avLst/>
              <a:gdLst>
                <a:gd name="csX0" fmla="*/ 39886 w 112568"/>
                <a:gd name="csY0" fmla="*/ 0 h 179062"/>
                <a:gd name="csX1" fmla="*/ 54955 w 112568"/>
                <a:gd name="csY1" fmla="*/ 61746 h 179062"/>
                <a:gd name="csX2" fmla="*/ 60273 w 112568"/>
                <a:gd name="csY2" fmla="*/ 83798 h 179062"/>
                <a:gd name="csX3" fmla="*/ 60273 w 112568"/>
                <a:gd name="csY3" fmla="*/ 83798 h 179062"/>
                <a:gd name="csX4" fmla="*/ 64705 w 112568"/>
                <a:gd name="csY4" fmla="*/ 61746 h 179062"/>
                <a:gd name="csX5" fmla="*/ 77114 w 112568"/>
                <a:gd name="csY5" fmla="*/ 0 h 179062"/>
                <a:gd name="csX6" fmla="*/ 112568 w 112568"/>
                <a:gd name="csY6" fmla="*/ 0 h 179062"/>
                <a:gd name="csX7" fmla="*/ 86864 w 112568"/>
                <a:gd name="csY7" fmla="*/ 85562 h 179062"/>
                <a:gd name="csX8" fmla="*/ 50523 w 112568"/>
                <a:gd name="csY8" fmla="*/ 161421 h 179062"/>
                <a:gd name="csX9" fmla="*/ 18614 w 112568"/>
                <a:gd name="csY9" fmla="*/ 179062 h 179062"/>
                <a:gd name="csX10" fmla="*/ 10636 w 112568"/>
                <a:gd name="csY10" fmla="*/ 148189 h 179062"/>
                <a:gd name="csX11" fmla="*/ 25705 w 112568"/>
                <a:gd name="csY11" fmla="*/ 140251 h 179062"/>
                <a:gd name="csX12" fmla="*/ 39000 w 112568"/>
                <a:gd name="csY12" fmla="*/ 125255 h 179062"/>
                <a:gd name="csX13" fmla="*/ 40773 w 112568"/>
                <a:gd name="csY13" fmla="*/ 119963 h 179062"/>
                <a:gd name="csX14" fmla="*/ 39000 w 112568"/>
                <a:gd name="csY14" fmla="*/ 113788 h 179062"/>
                <a:gd name="csX15" fmla="*/ 0 w 112568"/>
                <a:gd name="csY15" fmla="*/ 0 h 179062"/>
                <a:gd name="csX16" fmla="*/ 37227 w 112568"/>
                <a:gd name="csY16" fmla="*/ 0 h 1790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2568" h="179062">
                  <a:moveTo>
                    <a:pt x="39886" y="0"/>
                  </a:moveTo>
                  <a:lnTo>
                    <a:pt x="54955" y="61746"/>
                  </a:lnTo>
                  <a:cubicBezTo>
                    <a:pt x="56727" y="68802"/>
                    <a:pt x="58500" y="77623"/>
                    <a:pt x="60273" y="83798"/>
                  </a:cubicBezTo>
                  <a:lnTo>
                    <a:pt x="60273" y="83798"/>
                  </a:lnTo>
                  <a:cubicBezTo>
                    <a:pt x="62045" y="77623"/>
                    <a:pt x="62932" y="68802"/>
                    <a:pt x="64705" y="61746"/>
                  </a:cubicBezTo>
                  <a:lnTo>
                    <a:pt x="77114" y="0"/>
                  </a:lnTo>
                  <a:lnTo>
                    <a:pt x="112568" y="0"/>
                  </a:lnTo>
                  <a:lnTo>
                    <a:pt x="86864" y="85562"/>
                  </a:lnTo>
                  <a:cubicBezTo>
                    <a:pt x="73568" y="127019"/>
                    <a:pt x="63818" y="147307"/>
                    <a:pt x="50523" y="161421"/>
                  </a:cubicBezTo>
                  <a:cubicBezTo>
                    <a:pt x="39000" y="172888"/>
                    <a:pt x="26591" y="178180"/>
                    <a:pt x="18614" y="179062"/>
                  </a:cubicBezTo>
                  <a:lnTo>
                    <a:pt x="10636" y="148189"/>
                  </a:lnTo>
                  <a:cubicBezTo>
                    <a:pt x="15068" y="147307"/>
                    <a:pt x="20386" y="143779"/>
                    <a:pt x="25705" y="140251"/>
                  </a:cubicBezTo>
                  <a:cubicBezTo>
                    <a:pt x="31023" y="136722"/>
                    <a:pt x="35455" y="130548"/>
                    <a:pt x="39000" y="125255"/>
                  </a:cubicBezTo>
                  <a:cubicBezTo>
                    <a:pt x="39886" y="123491"/>
                    <a:pt x="40773" y="121727"/>
                    <a:pt x="40773" y="119963"/>
                  </a:cubicBezTo>
                  <a:cubicBezTo>
                    <a:pt x="40773" y="118199"/>
                    <a:pt x="40773" y="117317"/>
                    <a:pt x="39000" y="113788"/>
                  </a:cubicBezTo>
                  <a:lnTo>
                    <a:pt x="0" y="0"/>
                  </a:lnTo>
                  <a:lnTo>
                    <a:pt x="37227" y="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F108C7FD-9B31-0C97-F340-F1EFFAB126AF}"/>
                </a:ext>
              </a:extLst>
            </p:cNvPr>
            <p:cNvSpPr/>
            <p:nvPr/>
          </p:nvSpPr>
          <p:spPr>
            <a:xfrm>
              <a:off x="1697147" y="11805420"/>
              <a:ext cx="109022" cy="128783"/>
            </a:xfrm>
            <a:custGeom>
              <a:avLst/>
              <a:gdLst>
                <a:gd name="csX0" fmla="*/ 54068 w 109022"/>
                <a:gd name="csY0" fmla="*/ 128784 h 128783"/>
                <a:gd name="csX1" fmla="*/ 0 w 109022"/>
                <a:gd name="csY1" fmla="*/ 65274 h 128783"/>
                <a:gd name="csX2" fmla="*/ 55841 w 109022"/>
                <a:gd name="csY2" fmla="*/ 0 h 128783"/>
                <a:gd name="csX3" fmla="*/ 109023 w 109022"/>
                <a:gd name="csY3" fmla="*/ 63510 h 128783"/>
                <a:gd name="csX4" fmla="*/ 54068 w 109022"/>
                <a:gd name="csY4" fmla="*/ 128784 h 128783"/>
                <a:gd name="csX5" fmla="*/ 54068 w 109022"/>
                <a:gd name="csY5" fmla="*/ 128784 h 128783"/>
                <a:gd name="csX6" fmla="*/ 54954 w 109022"/>
                <a:gd name="csY6" fmla="*/ 102321 h 128783"/>
                <a:gd name="csX7" fmla="*/ 74455 w 109022"/>
                <a:gd name="csY7" fmla="*/ 64392 h 128783"/>
                <a:gd name="csX8" fmla="*/ 54954 w 109022"/>
                <a:gd name="csY8" fmla="*/ 27344 h 128783"/>
                <a:gd name="csX9" fmla="*/ 34568 w 109022"/>
                <a:gd name="csY9" fmla="*/ 64392 h 128783"/>
                <a:gd name="csX10" fmla="*/ 54954 w 109022"/>
                <a:gd name="csY10" fmla="*/ 102321 h 128783"/>
                <a:gd name="csX11" fmla="*/ 54954 w 109022"/>
                <a:gd name="csY11" fmla="*/ 102321 h 128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9022" h="128783">
                  <a:moveTo>
                    <a:pt x="54068" y="128784"/>
                  </a:moveTo>
                  <a:cubicBezTo>
                    <a:pt x="22159" y="128784"/>
                    <a:pt x="0" y="104968"/>
                    <a:pt x="0" y="65274"/>
                  </a:cubicBezTo>
                  <a:cubicBezTo>
                    <a:pt x="0" y="25580"/>
                    <a:pt x="23932" y="0"/>
                    <a:pt x="55841" y="0"/>
                  </a:cubicBezTo>
                  <a:cubicBezTo>
                    <a:pt x="87750" y="0"/>
                    <a:pt x="109023" y="25580"/>
                    <a:pt x="109023" y="63510"/>
                  </a:cubicBezTo>
                  <a:cubicBezTo>
                    <a:pt x="109023" y="101439"/>
                    <a:pt x="80659" y="128784"/>
                    <a:pt x="54068" y="128784"/>
                  </a:cubicBezTo>
                  <a:lnTo>
                    <a:pt x="54068" y="128784"/>
                  </a:lnTo>
                  <a:close/>
                  <a:moveTo>
                    <a:pt x="54954" y="102321"/>
                  </a:moveTo>
                  <a:cubicBezTo>
                    <a:pt x="67364" y="102321"/>
                    <a:pt x="74455" y="85562"/>
                    <a:pt x="74455" y="64392"/>
                  </a:cubicBezTo>
                  <a:cubicBezTo>
                    <a:pt x="74455" y="43222"/>
                    <a:pt x="69136" y="27344"/>
                    <a:pt x="54954" y="27344"/>
                  </a:cubicBezTo>
                  <a:cubicBezTo>
                    <a:pt x="40773" y="27344"/>
                    <a:pt x="34568" y="46750"/>
                    <a:pt x="34568" y="64392"/>
                  </a:cubicBezTo>
                  <a:cubicBezTo>
                    <a:pt x="34568" y="82033"/>
                    <a:pt x="41659" y="102321"/>
                    <a:pt x="54954" y="102321"/>
                  </a:cubicBezTo>
                  <a:lnTo>
                    <a:pt x="54954" y="102321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FEC9142-800A-4510-1346-BF9A38E01CB1}"/>
                </a:ext>
              </a:extLst>
            </p:cNvPr>
            <p:cNvSpPr/>
            <p:nvPr/>
          </p:nvSpPr>
          <p:spPr>
            <a:xfrm>
              <a:off x="1816806" y="11751613"/>
              <a:ext cx="77113" cy="180826"/>
            </a:xfrm>
            <a:custGeom>
              <a:avLst/>
              <a:gdLst>
                <a:gd name="csX0" fmla="*/ 15068 w 77113"/>
                <a:gd name="csY0" fmla="*/ 180826 h 180826"/>
                <a:gd name="csX1" fmla="*/ 15068 w 77113"/>
                <a:gd name="csY1" fmla="*/ 83798 h 180826"/>
                <a:gd name="csX2" fmla="*/ 0 w 77113"/>
                <a:gd name="csY2" fmla="*/ 83798 h 180826"/>
                <a:gd name="csX3" fmla="*/ 0 w 77113"/>
                <a:gd name="csY3" fmla="*/ 57335 h 180826"/>
                <a:gd name="csX4" fmla="*/ 15068 w 77113"/>
                <a:gd name="csY4" fmla="*/ 57335 h 180826"/>
                <a:gd name="csX5" fmla="*/ 15068 w 77113"/>
                <a:gd name="csY5" fmla="*/ 52925 h 180826"/>
                <a:gd name="csX6" fmla="*/ 28364 w 77113"/>
                <a:gd name="csY6" fmla="*/ 12349 h 180826"/>
                <a:gd name="csX7" fmla="*/ 58500 w 77113"/>
                <a:gd name="csY7" fmla="*/ 0 h 180826"/>
                <a:gd name="csX8" fmla="*/ 77114 w 77113"/>
                <a:gd name="csY8" fmla="*/ 2646 h 180826"/>
                <a:gd name="csX9" fmla="*/ 75341 w 77113"/>
                <a:gd name="csY9" fmla="*/ 30873 h 180826"/>
                <a:gd name="csX10" fmla="*/ 64704 w 77113"/>
                <a:gd name="csY10" fmla="*/ 29109 h 180826"/>
                <a:gd name="csX11" fmla="*/ 48750 w 77113"/>
                <a:gd name="csY11" fmla="*/ 51161 h 180826"/>
                <a:gd name="csX12" fmla="*/ 48750 w 77113"/>
                <a:gd name="csY12" fmla="*/ 57335 h 180826"/>
                <a:gd name="csX13" fmla="*/ 70909 w 77113"/>
                <a:gd name="csY13" fmla="*/ 57335 h 180826"/>
                <a:gd name="csX14" fmla="*/ 70909 w 77113"/>
                <a:gd name="csY14" fmla="*/ 83798 h 180826"/>
                <a:gd name="csX15" fmla="*/ 48750 w 77113"/>
                <a:gd name="csY15" fmla="*/ 83798 h 180826"/>
                <a:gd name="csX16" fmla="*/ 48750 w 77113"/>
                <a:gd name="csY16" fmla="*/ 180826 h 180826"/>
                <a:gd name="csX17" fmla="*/ 15068 w 77113"/>
                <a:gd name="csY17" fmla="*/ 180826 h 180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7113" h="180826">
                  <a:moveTo>
                    <a:pt x="15068" y="180826"/>
                  </a:moveTo>
                  <a:lnTo>
                    <a:pt x="15068" y="83798"/>
                  </a:lnTo>
                  <a:lnTo>
                    <a:pt x="0" y="83798"/>
                  </a:lnTo>
                  <a:lnTo>
                    <a:pt x="0" y="57335"/>
                  </a:lnTo>
                  <a:lnTo>
                    <a:pt x="15068" y="57335"/>
                  </a:lnTo>
                  <a:lnTo>
                    <a:pt x="15068" y="52925"/>
                  </a:lnTo>
                  <a:cubicBezTo>
                    <a:pt x="15068" y="37929"/>
                    <a:pt x="18614" y="22934"/>
                    <a:pt x="28364" y="12349"/>
                  </a:cubicBezTo>
                  <a:cubicBezTo>
                    <a:pt x="36341" y="3528"/>
                    <a:pt x="47864" y="0"/>
                    <a:pt x="58500" y="0"/>
                  </a:cubicBezTo>
                  <a:cubicBezTo>
                    <a:pt x="69136" y="0"/>
                    <a:pt x="72682" y="882"/>
                    <a:pt x="77114" y="2646"/>
                  </a:cubicBezTo>
                  <a:lnTo>
                    <a:pt x="75341" y="30873"/>
                  </a:lnTo>
                  <a:cubicBezTo>
                    <a:pt x="72682" y="29991"/>
                    <a:pt x="69136" y="29109"/>
                    <a:pt x="64704" y="29109"/>
                  </a:cubicBezTo>
                  <a:cubicBezTo>
                    <a:pt x="53182" y="29109"/>
                    <a:pt x="48750" y="38811"/>
                    <a:pt x="48750" y="51161"/>
                  </a:cubicBezTo>
                  <a:lnTo>
                    <a:pt x="48750" y="57335"/>
                  </a:lnTo>
                  <a:lnTo>
                    <a:pt x="70909" y="57335"/>
                  </a:lnTo>
                  <a:lnTo>
                    <a:pt x="70909" y="83798"/>
                  </a:lnTo>
                  <a:lnTo>
                    <a:pt x="48750" y="83798"/>
                  </a:lnTo>
                  <a:lnTo>
                    <a:pt x="48750" y="180826"/>
                  </a:lnTo>
                  <a:lnTo>
                    <a:pt x="15068" y="18082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3D0FFB7-7688-75EC-DFB5-58CC19A0E4AB}"/>
                </a:ext>
              </a:extLst>
            </p:cNvPr>
            <p:cNvSpPr/>
            <p:nvPr/>
          </p:nvSpPr>
          <p:spPr>
            <a:xfrm>
              <a:off x="1949761" y="11762198"/>
              <a:ext cx="91295" cy="170241"/>
            </a:xfrm>
            <a:custGeom>
              <a:avLst/>
              <a:gdLst>
                <a:gd name="csX0" fmla="*/ 85091 w 91295"/>
                <a:gd name="csY0" fmla="*/ 97029 h 170241"/>
                <a:gd name="csX1" fmla="*/ 33682 w 91295"/>
                <a:gd name="csY1" fmla="*/ 97029 h 170241"/>
                <a:gd name="csX2" fmla="*/ 33682 w 91295"/>
                <a:gd name="csY2" fmla="*/ 139369 h 170241"/>
                <a:gd name="csX3" fmla="*/ 91295 w 91295"/>
                <a:gd name="csY3" fmla="*/ 139369 h 170241"/>
                <a:gd name="csX4" fmla="*/ 91295 w 91295"/>
                <a:gd name="csY4" fmla="*/ 170241 h 170241"/>
                <a:gd name="csX5" fmla="*/ 0 w 91295"/>
                <a:gd name="csY5" fmla="*/ 170241 h 170241"/>
                <a:gd name="csX6" fmla="*/ 0 w 91295"/>
                <a:gd name="csY6" fmla="*/ 0 h 170241"/>
                <a:gd name="csX7" fmla="*/ 88636 w 91295"/>
                <a:gd name="csY7" fmla="*/ 0 h 170241"/>
                <a:gd name="csX8" fmla="*/ 88636 w 91295"/>
                <a:gd name="csY8" fmla="*/ 30873 h 170241"/>
                <a:gd name="csX9" fmla="*/ 34568 w 91295"/>
                <a:gd name="csY9" fmla="*/ 30873 h 170241"/>
                <a:gd name="csX10" fmla="*/ 34568 w 91295"/>
                <a:gd name="csY10" fmla="*/ 67920 h 170241"/>
                <a:gd name="csX11" fmla="*/ 85977 w 91295"/>
                <a:gd name="csY11" fmla="*/ 67920 h 170241"/>
                <a:gd name="csX12" fmla="*/ 85977 w 91295"/>
                <a:gd name="csY12" fmla="*/ 97911 h 1702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1295" h="170241">
                  <a:moveTo>
                    <a:pt x="85091" y="97029"/>
                  </a:moveTo>
                  <a:lnTo>
                    <a:pt x="33682" y="97029"/>
                  </a:lnTo>
                  <a:lnTo>
                    <a:pt x="33682" y="139369"/>
                  </a:lnTo>
                  <a:lnTo>
                    <a:pt x="91295" y="139369"/>
                  </a:lnTo>
                  <a:lnTo>
                    <a:pt x="91295" y="170241"/>
                  </a:lnTo>
                  <a:lnTo>
                    <a:pt x="0" y="170241"/>
                  </a:lnTo>
                  <a:lnTo>
                    <a:pt x="0" y="0"/>
                  </a:lnTo>
                  <a:lnTo>
                    <a:pt x="88636" y="0"/>
                  </a:lnTo>
                  <a:lnTo>
                    <a:pt x="88636" y="30873"/>
                  </a:lnTo>
                  <a:lnTo>
                    <a:pt x="34568" y="30873"/>
                  </a:lnTo>
                  <a:lnTo>
                    <a:pt x="34568" y="67920"/>
                  </a:lnTo>
                  <a:lnTo>
                    <a:pt x="85977" y="67920"/>
                  </a:lnTo>
                  <a:lnTo>
                    <a:pt x="85977" y="97911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1476FB9-D71C-F235-4649-335D873E6655}"/>
                </a:ext>
              </a:extLst>
            </p:cNvPr>
            <p:cNvSpPr/>
            <p:nvPr/>
          </p:nvSpPr>
          <p:spPr>
            <a:xfrm>
              <a:off x="2062329" y="11806302"/>
              <a:ext cx="101931" cy="126137"/>
            </a:xfrm>
            <a:custGeom>
              <a:avLst/>
              <a:gdLst>
                <a:gd name="csX0" fmla="*/ 886 w 101931"/>
                <a:gd name="csY0" fmla="*/ 41458 h 126137"/>
                <a:gd name="csX1" fmla="*/ 0 w 101931"/>
                <a:gd name="csY1" fmla="*/ 2646 h 126137"/>
                <a:gd name="csX2" fmla="*/ 29250 w 101931"/>
                <a:gd name="csY2" fmla="*/ 2646 h 126137"/>
                <a:gd name="csX3" fmla="*/ 31023 w 101931"/>
                <a:gd name="csY3" fmla="*/ 18524 h 126137"/>
                <a:gd name="csX4" fmla="*/ 31023 w 101931"/>
                <a:gd name="csY4" fmla="*/ 18524 h 126137"/>
                <a:gd name="csX5" fmla="*/ 63818 w 101931"/>
                <a:gd name="csY5" fmla="*/ 0 h 126137"/>
                <a:gd name="csX6" fmla="*/ 101932 w 101931"/>
                <a:gd name="csY6" fmla="*/ 51161 h 126137"/>
                <a:gd name="csX7" fmla="*/ 101932 w 101931"/>
                <a:gd name="csY7" fmla="*/ 126137 h 126137"/>
                <a:gd name="csX8" fmla="*/ 68250 w 101931"/>
                <a:gd name="csY8" fmla="*/ 126137 h 126137"/>
                <a:gd name="csX9" fmla="*/ 68250 w 101931"/>
                <a:gd name="csY9" fmla="*/ 54689 h 126137"/>
                <a:gd name="csX10" fmla="*/ 52295 w 101931"/>
                <a:gd name="csY10" fmla="*/ 29991 h 126137"/>
                <a:gd name="csX11" fmla="*/ 36341 w 101931"/>
                <a:gd name="csY11" fmla="*/ 43222 h 126137"/>
                <a:gd name="csX12" fmla="*/ 34568 w 101931"/>
                <a:gd name="csY12" fmla="*/ 52925 h 126137"/>
                <a:gd name="csX13" fmla="*/ 34568 w 101931"/>
                <a:gd name="csY13" fmla="*/ 125255 h 126137"/>
                <a:gd name="csX14" fmla="*/ 886 w 101931"/>
                <a:gd name="csY14" fmla="*/ 125255 h 126137"/>
                <a:gd name="csX15" fmla="*/ 886 w 101931"/>
                <a:gd name="csY15" fmla="*/ 40576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01931" h="126137">
                  <a:moveTo>
                    <a:pt x="886" y="41458"/>
                  </a:moveTo>
                  <a:cubicBezTo>
                    <a:pt x="886" y="26462"/>
                    <a:pt x="886" y="14113"/>
                    <a:pt x="0" y="2646"/>
                  </a:cubicBezTo>
                  <a:lnTo>
                    <a:pt x="29250" y="2646"/>
                  </a:lnTo>
                  <a:lnTo>
                    <a:pt x="31023" y="18524"/>
                  </a:lnTo>
                  <a:lnTo>
                    <a:pt x="31023" y="18524"/>
                  </a:lnTo>
                  <a:cubicBezTo>
                    <a:pt x="36341" y="10585"/>
                    <a:pt x="46977" y="0"/>
                    <a:pt x="63818" y="0"/>
                  </a:cubicBezTo>
                  <a:cubicBezTo>
                    <a:pt x="80659" y="0"/>
                    <a:pt x="101932" y="17642"/>
                    <a:pt x="101932" y="51161"/>
                  </a:cubicBezTo>
                  <a:lnTo>
                    <a:pt x="101932" y="126137"/>
                  </a:lnTo>
                  <a:lnTo>
                    <a:pt x="68250" y="126137"/>
                  </a:lnTo>
                  <a:lnTo>
                    <a:pt x="68250" y="54689"/>
                  </a:lnTo>
                  <a:cubicBezTo>
                    <a:pt x="68250" y="40576"/>
                    <a:pt x="63818" y="29991"/>
                    <a:pt x="52295" y="29991"/>
                  </a:cubicBezTo>
                  <a:cubicBezTo>
                    <a:pt x="40773" y="29991"/>
                    <a:pt x="38114" y="36165"/>
                    <a:pt x="36341" y="43222"/>
                  </a:cubicBezTo>
                  <a:cubicBezTo>
                    <a:pt x="35455" y="45868"/>
                    <a:pt x="34568" y="49396"/>
                    <a:pt x="34568" y="52925"/>
                  </a:cubicBezTo>
                  <a:lnTo>
                    <a:pt x="34568" y="125255"/>
                  </a:lnTo>
                  <a:lnTo>
                    <a:pt x="886" y="125255"/>
                  </a:lnTo>
                  <a:lnTo>
                    <a:pt x="886" y="4057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504753A-36A3-0ED4-0053-43922535F05B}"/>
                </a:ext>
              </a:extLst>
            </p:cNvPr>
            <p:cNvSpPr/>
            <p:nvPr/>
          </p:nvSpPr>
          <p:spPr>
            <a:xfrm>
              <a:off x="2187306" y="11806302"/>
              <a:ext cx="107249" cy="178180"/>
            </a:xfrm>
            <a:custGeom>
              <a:avLst/>
              <a:gdLst>
                <a:gd name="csX0" fmla="*/ 104591 w 107249"/>
                <a:gd name="csY0" fmla="*/ 109378 h 178180"/>
                <a:gd name="csX1" fmla="*/ 88636 w 107249"/>
                <a:gd name="csY1" fmla="*/ 163185 h 178180"/>
                <a:gd name="csX2" fmla="*/ 45205 w 107249"/>
                <a:gd name="csY2" fmla="*/ 178180 h 178180"/>
                <a:gd name="csX3" fmla="*/ 7977 w 107249"/>
                <a:gd name="csY3" fmla="*/ 170241 h 178180"/>
                <a:gd name="csX4" fmla="*/ 15068 w 107249"/>
                <a:gd name="csY4" fmla="*/ 142015 h 178180"/>
                <a:gd name="csX5" fmla="*/ 44318 w 107249"/>
                <a:gd name="csY5" fmla="*/ 149954 h 178180"/>
                <a:gd name="csX6" fmla="*/ 71795 w 107249"/>
                <a:gd name="csY6" fmla="*/ 118199 h 178180"/>
                <a:gd name="csX7" fmla="*/ 71795 w 107249"/>
                <a:gd name="csY7" fmla="*/ 110260 h 178180"/>
                <a:gd name="csX8" fmla="*/ 71795 w 107249"/>
                <a:gd name="csY8" fmla="*/ 110260 h 178180"/>
                <a:gd name="csX9" fmla="*/ 44318 w 107249"/>
                <a:gd name="csY9" fmla="*/ 125255 h 178180"/>
                <a:gd name="csX10" fmla="*/ 0 w 107249"/>
                <a:gd name="csY10" fmla="*/ 65274 h 178180"/>
                <a:gd name="csX11" fmla="*/ 47864 w 107249"/>
                <a:gd name="csY11" fmla="*/ 0 h 178180"/>
                <a:gd name="csX12" fmla="*/ 76227 w 107249"/>
                <a:gd name="csY12" fmla="*/ 16760 h 178180"/>
                <a:gd name="csX13" fmla="*/ 76227 w 107249"/>
                <a:gd name="csY13" fmla="*/ 16760 h 178180"/>
                <a:gd name="csX14" fmla="*/ 78000 w 107249"/>
                <a:gd name="csY14" fmla="*/ 2646 h 178180"/>
                <a:gd name="csX15" fmla="*/ 107250 w 107249"/>
                <a:gd name="csY15" fmla="*/ 2646 h 178180"/>
                <a:gd name="csX16" fmla="*/ 106364 w 107249"/>
                <a:gd name="csY16" fmla="*/ 40576 h 178180"/>
                <a:gd name="csX17" fmla="*/ 106364 w 107249"/>
                <a:gd name="csY17" fmla="*/ 110260 h 178180"/>
                <a:gd name="csX18" fmla="*/ 70909 w 107249"/>
                <a:gd name="csY18" fmla="*/ 51161 h 178180"/>
                <a:gd name="csX19" fmla="*/ 70909 w 107249"/>
                <a:gd name="csY19" fmla="*/ 43222 h 178180"/>
                <a:gd name="csX20" fmla="*/ 54954 w 107249"/>
                <a:gd name="csY20" fmla="*/ 28227 h 178180"/>
                <a:gd name="csX21" fmla="*/ 33682 w 107249"/>
                <a:gd name="csY21" fmla="*/ 63510 h 178180"/>
                <a:gd name="csX22" fmla="*/ 54068 w 107249"/>
                <a:gd name="csY22" fmla="*/ 97029 h 178180"/>
                <a:gd name="csX23" fmla="*/ 70023 w 107249"/>
                <a:gd name="csY23" fmla="*/ 83798 h 178180"/>
                <a:gd name="csX24" fmla="*/ 70909 w 107249"/>
                <a:gd name="csY24" fmla="*/ 74095 h 178180"/>
                <a:gd name="csX25" fmla="*/ 70909 w 107249"/>
                <a:gd name="csY25" fmla="*/ 51161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7249" h="178180">
                  <a:moveTo>
                    <a:pt x="104591" y="109378"/>
                  </a:moveTo>
                  <a:cubicBezTo>
                    <a:pt x="104591" y="134076"/>
                    <a:pt x="100159" y="151718"/>
                    <a:pt x="88636" y="163185"/>
                  </a:cubicBezTo>
                  <a:cubicBezTo>
                    <a:pt x="77114" y="173770"/>
                    <a:pt x="62045" y="178180"/>
                    <a:pt x="45205" y="178180"/>
                  </a:cubicBezTo>
                  <a:cubicBezTo>
                    <a:pt x="28364" y="178180"/>
                    <a:pt x="17727" y="175534"/>
                    <a:pt x="7977" y="170241"/>
                  </a:cubicBezTo>
                  <a:lnTo>
                    <a:pt x="15068" y="142015"/>
                  </a:lnTo>
                  <a:cubicBezTo>
                    <a:pt x="22159" y="146425"/>
                    <a:pt x="32795" y="149954"/>
                    <a:pt x="44318" y="149954"/>
                  </a:cubicBezTo>
                  <a:cubicBezTo>
                    <a:pt x="55841" y="149954"/>
                    <a:pt x="71795" y="140251"/>
                    <a:pt x="71795" y="118199"/>
                  </a:cubicBezTo>
                  <a:lnTo>
                    <a:pt x="71795" y="110260"/>
                  </a:lnTo>
                  <a:lnTo>
                    <a:pt x="71795" y="110260"/>
                  </a:lnTo>
                  <a:cubicBezTo>
                    <a:pt x="65591" y="119963"/>
                    <a:pt x="55841" y="125255"/>
                    <a:pt x="44318" y="125255"/>
                  </a:cubicBezTo>
                  <a:cubicBezTo>
                    <a:pt x="16841" y="125255"/>
                    <a:pt x="0" y="98793"/>
                    <a:pt x="0" y="65274"/>
                  </a:cubicBezTo>
                  <a:cubicBezTo>
                    <a:pt x="0" y="31755"/>
                    <a:pt x="22159" y="0"/>
                    <a:pt x="47864" y="0"/>
                  </a:cubicBezTo>
                  <a:cubicBezTo>
                    <a:pt x="73568" y="0"/>
                    <a:pt x="70909" y="7057"/>
                    <a:pt x="76227" y="16760"/>
                  </a:cubicBezTo>
                  <a:lnTo>
                    <a:pt x="76227" y="16760"/>
                  </a:lnTo>
                  <a:lnTo>
                    <a:pt x="78000" y="2646"/>
                  </a:lnTo>
                  <a:lnTo>
                    <a:pt x="107250" y="2646"/>
                  </a:lnTo>
                  <a:cubicBezTo>
                    <a:pt x="107250" y="11467"/>
                    <a:pt x="106364" y="22934"/>
                    <a:pt x="106364" y="40576"/>
                  </a:cubicBezTo>
                  <a:lnTo>
                    <a:pt x="106364" y="110260"/>
                  </a:lnTo>
                  <a:close/>
                  <a:moveTo>
                    <a:pt x="70909" y="51161"/>
                  </a:moveTo>
                  <a:cubicBezTo>
                    <a:pt x="70909" y="48514"/>
                    <a:pt x="70909" y="45868"/>
                    <a:pt x="70909" y="43222"/>
                  </a:cubicBezTo>
                  <a:cubicBezTo>
                    <a:pt x="68250" y="34401"/>
                    <a:pt x="62932" y="28227"/>
                    <a:pt x="54954" y="28227"/>
                  </a:cubicBezTo>
                  <a:cubicBezTo>
                    <a:pt x="42545" y="28227"/>
                    <a:pt x="33682" y="41458"/>
                    <a:pt x="33682" y="63510"/>
                  </a:cubicBezTo>
                  <a:cubicBezTo>
                    <a:pt x="33682" y="85562"/>
                    <a:pt x="41659" y="97029"/>
                    <a:pt x="54068" y="97029"/>
                  </a:cubicBezTo>
                  <a:cubicBezTo>
                    <a:pt x="66477" y="97029"/>
                    <a:pt x="68250" y="91736"/>
                    <a:pt x="70023" y="83798"/>
                  </a:cubicBezTo>
                  <a:cubicBezTo>
                    <a:pt x="70909" y="81151"/>
                    <a:pt x="70909" y="76741"/>
                    <a:pt x="70909" y="74095"/>
                  </a:cubicBezTo>
                  <a:lnTo>
                    <a:pt x="70909" y="51161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BAE2400-556D-C053-594D-29F541C9F4B7}"/>
                </a:ext>
              </a:extLst>
            </p:cNvPr>
            <p:cNvSpPr/>
            <p:nvPr/>
          </p:nvSpPr>
          <p:spPr>
            <a:xfrm>
              <a:off x="2316715" y="11756023"/>
              <a:ext cx="35454" cy="176415"/>
            </a:xfrm>
            <a:custGeom>
              <a:avLst/>
              <a:gdLst>
                <a:gd name="csX0" fmla="*/ 17727 w 35454"/>
                <a:gd name="csY0" fmla="*/ 37047 h 176415"/>
                <a:gd name="csX1" fmla="*/ 0 w 35454"/>
                <a:gd name="csY1" fmla="*/ 18524 h 176415"/>
                <a:gd name="csX2" fmla="*/ 17727 w 35454"/>
                <a:gd name="csY2" fmla="*/ 0 h 176415"/>
                <a:gd name="csX3" fmla="*/ 35455 w 35454"/>
                <a:gd name="csY3" fmla="*/ 18524 h 176415"/>
                <a:gd name="csX4" fmla="*/ 17727 w 35454"/>
                <a:gd name="csY4" fmla="*/ 37047 h 176415"/>
                <a:gd name="csX5" fmla="*/ 17727 w 35454"/>
                <a:gd name="csY5" fmla="*/ 37047 h 176415"/>
                <a:gd name="csX6" fmla="*/ 1773 w 35454"/>
                <a:gd name="csY6" fmla="*/ 176416 h 176415"/>
                <a:gd name="csX7" fmla="*/ 1773 w 35454"/>
                <a:gd name="csY7" fmla="*/ 52925 h 176415"/>
                <a:gd name="csX8" fmla="*/ 35455 w 35454"/>
                <a:gd name="csY8" fmla="*/ 52925 h 176415"/>
                <a:gd name="csX9" fmla="*/ 35455 w 35454"/>
                <a:gd name="csY9" fmla="*/ 176416 h 176415"/>
                <a:gd name="csX10" fmla="*/ 1773 w 35454"/>
                <a:gd name="csY10" fmla="*/ 176416 h 176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54" h="176415">
                  <a:moveTo>
                    <a:pt x="17727" y="37047"/>
                  </a:moveTo>
                  <a:cubicBezTo>
                    <a:pt x="7091" y="37047"/>
                    <a:pt x="0" y="29109"/>
                    <a:pt x="0" y="18524"/>
                  </a:cubicBezTo>
                  <a:cubicBezTo>
                    <a:pt x="0" y="7939"/>
                    <a:pt x="7091" y="0"/>
                    <a:pt x="17727" y="0"/>
                  </a:cubicBezTo>
                  <a:cubicBezTo>
                    <a:pt x="28364" y="0"/>
                    <a:pt x="35455" y="7939"/>
                    <a:pt x="35455" y="18524"/>
                  </a:cubicBezTo>
                  <a:cubicBezTo>
                    <a:pt x="35455" y="29109"/>
                    <a:pt x="28364" y="37047"/>
                    <a:pt x="17727" y="37047"/>
                  </a:cubicBezTo>
                  <a:lnTo>
                    <a:pt x="17727" y="37047"/>
                  </a:lnTo>
                  <a:close/>
                  <a:moveTo>
                    <a:pt x="1773" y="176416"/>
                  </a:moveTo>
                  <a:lnTo>
                    <a:pt x="1773" y="52925"/>
                  </a:lnTo>
                  <a:lnTo>
                    <a:pt x="35455" y="52925"/>
                  </a:lnTo>
                  <a:lnTo>
                    <a:pt x="35455" y="176416"/>
                  </a:lnTo>
                  <a:lnTo>
                    <a:pt x="1773" y="17641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C3B765E-0772-42A5-86C6-A4CA1F5B060B}"/>
                </a:ext>
              </a:extLst>
            </p:cNvPr>
            <p:cNvSpPr/>
            <p:nvPr/>
          </p:nvSpPr>
          <p:spPr>
            <a:xfrm>
              <a:off x="2377874" y="11806302"/>
              <a:ext cx="101931" cy="126137"/>
            </a:xfrm>
            <a:custGeom>
              <a:avLst/>
              <a:gdLst>
                <a:gd name="csX0" fmla="*/ 886 w 101931"/>
                <a:gd name="csY0" fmla="*/ 41458 h 126137"/>
                <a:gd name="csX1" fmla="*/ 0 w 101931"/>
                <a:gd name="csY1" fmla="*/ 2646 h 126137"/>
                <a:gd name="csX2" fmla="*/ 29250 w 101931"/>
                <a:gd name="csY2" fmla="*/ 2646 h 126137"/>
                <a:gd name="csX3" fmla="*/ 31023 w 101931"/>
                <a:gd name="csY3" fmla="*/ 18524 h 126137"/>
                <a:gd name="csX4" fmla="*/ 31023 w 101931"/>
                <a:gd name="csY4" fmla="*/ 18524 h 126137"/>
                <a:gd name="csX5" fmla="*/ 63818 w 101931"/>
                <a:gd name="csY5" fmla="*/ 0 h 126137"/>
                <a:gd name="csX6" fmla="*/ 101932 w 101931"/>
                <a:gd name="csY6" fmla="*/ 51161 h 126137"/>
                <a:gd name="csX7" fmla="*/ 101932 w 101931"/>
                <a:gd name="csY7" fmla="*/ 126137 h 126137"/>
                <a:gd name="csX8" fmla="*/ 68250 w 101931"/>
                <a:gd name="csY8" fmla="*/ 126137 h 126137"/>
                <a:gd name="csX9" fmla="*/ 68250 w 101931"/>
                <a:gd name="csY9" fmla="*/ 54689 h 126137"/>
                <a:gd name="csX10" fmla="*/ 52296 w 101931"/>
                <a:gd name="csY10" fmla="*/ 29991 h 126137"/>
                <a:gd name="csX11" fmla="*/ 36341 w 101931"/>
                <a:gd name="csY11" fmla="*/ 43222 h 126137"/>
                <a:gd name="csX12" fmla="*/ 34568 w 101931"/>
                <a:gd name="csY12" fmla="*/ 52925 h 126137"/>
                <a:gd name="csX13" fmla="*/ 34568 w 101931"/>
                <a:gd name="csY13" fmla="*/ 125255 h 126137"/>
                <a:gd name="csX14" fmla="*/ 886 w 101931"/>
                <a:gd name="csY14" fmla="*/ 125255 h 126137"/>
                <a:gd name="csX15" fmla="*/ 886 w 101931"/>
                <a:gd name="csY15" fmla="*/ 40576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01931" h="126137">
                  <a:moveTo>
                    <a:pt x="886" y="41458"/>
                  </a:moveTo>
                  <a:cubicBezTo>
                    <a:pt x="886" y="26462"/>
                    <a:pt x="886" y="14113"/>
                    <a:pt x="0" y="2646"/>
                  </a:cubicBezTo>
                  <a:lnTo>
                    <a:pt x="29250" y="2646"/>
                  </a:lnTo>
                  <a:lnTo>
                    <a:pt x="31023" y="18524"/>
                  </a:lnTo>
                  <a:lnTo>
                    <a:pt x="31023" y="18524"/>
                  </a:lnTo>
                  <a:cubicBezTo>
                    <a:pt x="36341" y="10585"/>
                    <a:pt x="46977" y="0"/>
                    <a:pt x="63818" y="0"/>
                  </a:cubicBezTo>
                  <a:cubicBezTo>
                    <a:pt x="80659" y="0"/>
                    <a:pt x="101932" y="17642"/>
                    <a:pt x="101932" y="51161"/>
                  </a:cubicBezTo>
                  <a:lnTo>
                    <a:pt x="101932" y="126137"/>
                  </a:lnTo>
                  <a:lnTo>
                    <a:pt x="68250" y="126137"/>
                  </a:lnTo>
                  <a:lnTo>
                    <a:pt x="68250" y="54689"/>
                  </a:lnTo>
                  <a:cubicBezTo>
                    <a:pt x="68250" y="40576"/>
                    <a:pt x="63818" y="29991"/>
                    <a:pt x="52296" y="29991"/>
                  </a:cubicBezTo>
                  <a:cubicBezTo>
                    <a:pt x="40773" y="29991"/>
                    <a:pt x="38114" y="36165"/>
                    <a:pt x="36341" y="43222"/>
                  </a:cubicBezTo>
                  <a:cubicBezTo>
                    <a:pt x="35455" y="45868"/>
                    <a:pt x="34568" y="49396"/>
                    <a:pt x="34568" y="52925"/>
                  </a:cubicBezTo>
                  <a:lnTo>
                    <a:pt x="34568" y="125255"/>
                  </a:lnTo>
                  <a:lnTo>
                    <a:pt x="886" y="125255"/>
                  </a:lnTo>
                  <a:lnTo>
                    <a:pt x="886" y="4057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258C008-B2D8-E9B1-E789-975EE9BAC31E}"/>
                </a:ext>
              </a:extLst>
            </p:cNvPr>
            <p:cNvSpPr/>
            <p:nvPr/>
          </p:nvSpPr>
          <p:spPr>
            <a:xfrm>
              <a:off x="2500192" y="11807184"/>
              <a:ext cx="101931" cy="127901"/>
            </a:xfrm>
            <a:custGeom>
              <a:avLst/>
              <a:gdLst>
                <a:gd name="csX0" fmla="*/ 33682 w 101931"/>
                <a:gd name="csY0" fmla="*/ 74977 h 127901"/>
                <a:gd name="csX1" fmla="*/ 62932 w 101931"/>
                <a:gd name="csY1" fmla="*/ 99675 h 127901"/>
                <a:gd name="csX2" fmla="*/ 91295 w 101931"/>
                <a:gd name="csY2" fmla="*/ 95265 h 127901"/>
                <a:gd name="csX3" fmla="*/ 95727 w 101931"/>
                <a:gd name="csY3" fmla="*/ 120845 h 127901"/>
                <a:gd name="csX4" fmla="*/ 56727 w 101931"/>
                <a:gd name="csY4" fmla="*/ 127902 h 127901"/>
                <a:gd name="csX5" fmla="*/ 0 w 101931"/>
                <a:gd name="csY5" fmla="*/ 66156 h 127901"/>
                <a:gd name="csX6" fmla="*/ 54068 w 101931"/>
                <a:gd name="csY6" fmla="*/ 0 h 127901"/>
                <a:gd name="csX7" fmla="*/ 101932 w 101931"/>
                <a:gd name="csY7" fmla="*/ 60863 h 127901"/>
                <a:gd name="csX8" fmla="*/ 101045 w 101931"/>
                <a:gd name="csY8" fmla="*/ 76741 h 127901"/>
                <a:gd name="csX9" fmla="*/ 33682 w 101931"/>
                <a:gd name="csY9" fmla="*/ 76741 h 127901"/>
                <a:gd name="csX10" fmla="*/ 70909 w 101931"/>
                <a:gd name="csY10" fmla="*/ 49396 h 127901"/>
                <a:gd name="csX11" fmla="*/ 53182 w 101931"/>
                <a:gd name="csY11" fmla="*/ 23816 h 127901"/>
                <a:gd name="csX12" fmla="*/ 33682 w 101931"/>
                <a:gd name="csY12" fmla="*/ 49396 h 127901"/>
                <a:gd name="csX13" fmla="*/ 70909 w 101931"/>
                <a:gd name="csY13" fmla="*/ 49396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1931" h="127901">
                  <a:moveTo>
                    <a:pt x="33682" y="74977"/>
                  </a:moveTo>
                  <a:cubicBezTo>
                    <a:pt x="33682" y="91736"/>
                    <a:pt x="47864" y="99675"/>
                    <a:pt x="62932" y="99675"/>
                  </a:cubicBezTo>
                  <a:cubicBezTo>
                    <a:pt x="78000" y="99675"/>
                    <a:pt x="83318" y="97911"/>
                    <a:pt x="91295" y="95265"/>
                  </a:cubicBezTo>
                  <a:lnTo>
                    <a:pt x="95727" y="120845"/>
                  </a:lnTo>
                  <a:cubicBezTo>
                    <a:pt x="85091" y="125255"/>
                    <a:pt x="71795" y="127902"/>
                    <a:pt x="56727" y="127902"/>
                  </a:cubicBezTo>
                  <a:cubicBezTo>
                    <a:pt x="20386" y="127902"/>
                    <a:pt x="0" y="104085"/>
                    <a:pt x="0" y="66156"/>
                  </a:cubicBezTo>
                  <a:cubicBezTo>
                    <a:pt x="0" y="28227"/>
                    <a:pt x="18614" y="0"/>
                    <a:pt x="54068" y="0"/>
                  </a:cubicBezTo>
                  <a:cubicBezTo>
                    <a:pt x="89523" y="0"/>
                    <a:pt x="101932" y="28227"/>
                    <a:pt x="101932" y="60863"/>
                  </a:cubicBezTo>
                  <a:cubicBezTo>
                    <a:pt x="101932" y="93500"/>
                    <a:pt x="101932" y="74095"/>
                    <a:pt x="101045" y="76741"/>
                  </a:cubicBezTo>
                  <a:lnTo>
                    <a:pt x="33682" y="76741"/>
                  </a:lnTo>
                  <a:close/>
                  <a:moveTo>
                    <a:pt x="70909" y="49396"/>
                  </a:moveTo>
                  <a:cubicBezTo>
                    <a:pt x="70909" y="37929"/>
                    <a:pt x="67364" y="23816"/>
                    <a:pt x="53182" y="23816"/>
                  </a:cubicBezTo>
                  <a:cubicBezTo>
                    <a:pt x="39000" y="23816"/>
                    <a:pt x="34568" y="38811"/>
                    <a:pt x="33682" y="49396"/>
                  </a:cubicBezTo>
                  <a:lnTo>
                    <a:pt x="70909" y="4939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94D80EE9-BFDB-E63E-D432-DA22935A0843}"/>
                </a:ext>
              </a:extLst>
            </p:cNvPr>
            <p:cNvSpPr/>
            <p:nvPr/>
          </p:nvSpPr>
          <p:spPr>
            <a:xfrm>
              <a:off x="2616306" y="11807184"/>
              <a:ext cx="101931" cy="127901"/>
            </a:xfrm>
            <a:custGeom>
              <a:avLst/>
              <a:gdLst>
                <a:gd name="csX0" fmla="*/ 33682 w 101931"/>
                <a:gd name="csY0" fmla="*/ 74977 h 127901"/>
                <a:gd name="csX1" fmla="*/ 62932 w 101931"/>
                <a:gd name="csY1" fmla="*/ 99675 h 127901"/>
                <a:gd name="csX2" fmla="*/ 91295 w 101931"/>
                <a:gd name="csY2" fmla="*/ 95265 h 127901"/>
                <a:gd name="csX3" fmla="*/ 95727 w 101931"/>
                <a:gd name="csY3" fmla="*/ 120845 h 127901"/>
                <a:gd name="csX4" fmla="*/ 56727 w 101931"/>
                <a:gd name="csY4" fmla="*/ 127902 h 127901"/>
                <a:gd name="csX5" fmla="*/ 0 w 101931"/>
                <a:gd name="csY5" fmla="*/ 66156 h 127901"/>
                <a:gd name="csX6" fmla="*/ 54068 w 101931"/>
                <a:gd name="csY6" fmla="*/ 0 h 127901"/>
                <a:gd name="csX7" fmla="*/ 101932 w 101931"/>
                <a:gd name="csY7" fmla="*/ 60863 h 127901"/>
                <a:gd name="csX8" fmla="*/ 101045 w 101931"/>
                <a:gd name="csY8" fmla="*/ 76741 h 127901"/>
                <a:gd name="csX9" fmla="*/ 33682 w 101931"/>
                <a:gd name="csY9" fmla="*/ 76741 h 127901"/>
                <a:gd name="csX10" fmla="*/ 70909 w 101931"/>
                <a:gd name="csY10" fmla="*/ 49396 h 127901"/>
                <a:gd name="csX11" fmla="*/ 53182 w 101931"/>
                <a:gd name="csY11" fmla="*/ 23816 h 127901"/>
                <a:gd name="csX12" fmla="*/ 33682 w 101931"/>
                <a:gd name="csY12" fmla="*/ 49396 h 127901"/>
                <a:gd name="csX13" fmla="*/ 70909 w 101931"/>
                <a:gd name="csY13" fmla="*/ 49396 h 127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1931" h="127901">
                  <a:moveTo>
                    <a:pt x="33682" y="74977"/>
                  </a:moveTo>
                  <a:cubicBezTo>
                    <a:pt x="33682" y="91736"/>
                    <a:pt x="47864" y="99675"/>
                    <a:pt x="62932" y="99675"/>
                  </a:cubicBezTo>
                  <a:cubicBezTo>
                    <a:pt x="78000" y="99675"/>
                    <a:pt x="83318" y="97911"/>
                    <a:pt x="91295" y="95265"/>
                  </a:cubicBezTo>
                  <a:lnTo>
                    <a:pt x="95727" y="120845"/>
                  </a:lnTo>
                  <a:cubicBezTo>
                    <a:pt x="85091" y="125255"/>
                    <a:pt x="71795" y="127902"/>
                    <a:pt x="56727" y="127902"/>
                  </a:cubicBezTo>
                  <a:cubicBezTo>
                    <a:pt x="20386" y="127902"/>
                    <a:pt x="0" y="104085"/>
                    <a:pt x="0" y="66156"/>
                  </a:cubicBezTo>
                  <a:cubicBezTo>
                    <a:pt x="0" y="28227"/>
                    <a:pt x="18614" y="0"/>
                    <a:pt x="54068" y="0"/>
                  </a:cubicBezTo>
                  <a:cubicBezTo>
                    <a:pt x="89523" y="0"/>
                    <a:pt x="101932" y="28227"/>
                    <a:pt x="101932" y="60863"/>
                  </a:cubicBezTo>
                  <a:cubicBezTo>
                    <a:pt x="101932" y="93500"/>
                    <a:pt x="101932" y="74095"/>
                    <a:pt x="101045" y="76741"/>
                  </a:cubicBezTo>
                  <a:lnTo>
                    <a:pt x="33682" y="76741"/>
                  </a:lnTo>
                  <a:close/>
                  <a:moveTo>
                    <a:pt x="70909" y="49396"/>
                  </a:moveTo>
                  <a:cubicBezTo>
                    <a:pt x="70909" y="37929"/>
                    <a:pt x="67364" y="23816"/>
                    <a:pt x="53182" y="23816"/>
                  </a:cubicBezTo>
                  <a:cubicBezTo>
                    <a:pt x="39000" y="23816"/>
                    <a:pt x="34568" y="38811"/>
                    <a:pt x="33682" y="49396"/>
                  </a:cubicBezTo>
                  <a:lnTo>
                    <a:pt x="70909" y="4939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310D8B4-ED34-60D2-E576-530B0953C333}"/>
                </a:ext>
              </a:extLst>
            </p:cNvPr>
            <p:cNvSpPr/>
            <p:nvPr/>
          </p:nvSpPr>
          <p:spPr>
            <a:xfrm>
              <a:off x="2737738" y="11805420"/>
              <a:ext cx="67363" cy="126137"/>
            </a:xfrm>
            <a:custGeom>
              <a:avLst/>
              <a:gdLst>
                <a:gd name="csX0" fmla="*/ 886 w 67363"/>
                <a:gd name="csY0" fmla="*/ 42340 h 126137"/>
                <a:gd name="csX1" fmla="*/ 0 w 67363"/>
                <a:gd name="csY1" fmla="*/ 2646 h 126137"/>
                <a:gd name="csX2" fmla="*/ 29250 w 67363"/>
                <a:gd name="csY2" fmla="*/ 2646 h 126137"/>
                <a:gd name="csX3" fmla="*/ 31023 w 67363"/>
                <a:gd name="csY3" fmla="*/ 23816 h 126137"/>
                <a:gd name="csX4" fmla="*/ 31909 w 67363"/>
                <a:gd name="csY4" fmla="*/ 23816 h 126137"/>
                <a:gd name="csX5" fmla="*/ 60273 w 67363"/>
                <a:gd name="csY5" fmla="*/ 0 h 126137"/>
                <a:gd name="csX6" fmla="*/ 67364 w 67363"/>
                <a:gd name="csY6" fmla="*/ 0 h 126137"/>
                <a:gd name="csX7" fmla="*/ 67364 w 67363"/>
                <a:gd name="csY7" fmla="*/ 35283 h 126137"/>
                <a:gd name="csX8" fmla="*/ 58500 w 67363"/>
                <a:gd name="csY8" fmla="*/ 35283 h 126137"/>
                <a:gd name="csX9" fmla="*/ 36341 w 67363"/>
                <a:gd name="csY9" fmla="*/ 53807 h 126137"/>
                <a:gd name="csX10" fmla="*/ 35455 w 67363"/>
                <a:gd name="csY10" fmla="*/ 63510 h 126137"/>
                <a:gd name="csX11" fmla="*/ 35455 w 67363"/>
                <a:gd name="csY11" fmla="*/ 126137 h 126137"/>
                <a:gd name="csX12" fmla="*/ 1773 w 67363"/>
                <a:gd name="csY12" fmla="*/ 126137 h 126137"/>
                <a:gd name="csX13" fmla="*/ 1773 w 67363"/>
                <a:gd name="csY13" fmla="*/ 42340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7363" h="126137">
                  <a:moveTo>
                    <a:pt x="886" y="42340"/>
                  </a:moveTo>
                  <a:cubicBezTo>
                    <a:pt x="886" y="25580"/>
                    <a:pt x="886" y="13231"/>
                    <a:pt x="0" y="2646"/>
                  </a:cubicBezTo>
                  <a:lnTo>
                    <a:pt x="29250" y="2646"/>
                  </a:lnTo>
                  <a:lnTo>
                    <a:pt x="31023" y="23816"/>
                  </a:lnTo>
                  <a:lnTo>
                    <a:pt x="31909" y="23816"/>
                  </a:lnTo>
                  <a:cubicBezTo>
                    <a:pt x="37227" y="7057"/>
                    <a:pt x="50523" y="0"/>
                    <a:pt x="60273" y="0"/>
                  </a:cubicBezTo>
                  <a:cubicBezTo>
                    <a:pt x="70023" y="0"/>
                    <a:pt x="64705" y="0"/>
                    <a:pt x="67364" y="0"/>
                  </a:cubicBezTo>
                  <a:lnTo>
                    <a:pt x="67364" y="35283"/>
                  </a:lnTo>
                  <a:cubicBezTo>
                    <a:pt x="64705" y="35283"/>
                    <a:pt x="62045" y="35283"/>
                    <a:pt x="58500" y="35283"/>
                  </a:cubicBezTo>
                  <a:cubicBezTo>
                    <a:pt x="47864" y="35283"/>
                    <a:pt x="39000" y="41458"/>
                    <a:pt x="36341" y="53807"/>
                  </a:cubicBezTo>
                  <a:cubicBezTo>
                    <a:pt x="36341" y="56453"/>
                    <a:pt x="35455" y="59981"/>
                    <a:pt x="35455" y="63510"/>
                  </a:cubicBezTo>
                  <a:lnTo>
                    <a:pt x="35455" y="126137"/>
                  </a:lnTo>
                  <a:lnTo>
                    <a:pt x="1773" y="126137"/>
                  </a:lnTo>
                  <a:lnTo>
                    <a:pt x="1773" y="42340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A8259197-F8C6-EC0B-8835-24044D206AF6}"/>
                </a:ext>
              </a:extLst>
            </p:cNvPr>
            <p:cNvSpPr/>
            <p:nvPr/>
          </p:nvSpPr>
          <p:spPr>
            <a:xfrm>
              <a:off x="2820170" y="11756023"/>
              <a:ext cx="35454" cy="176415"/>
            </a:xfrm>
            <a:custGeom>
              <a:avLst/>
              <a:gdLst>
                <a:gd name="csX0" fmla="*/ 17727 w 35454"/>
                <a:gd name="csY0" fmla="*/ 37047 h 176415"/>
                <a:gd name="csX1" fmla="*/ 0 w 35454"/>
                <a:gd name="csY1" fmla="*/ 18524 h 176415"/>
                <a:gd name="csX2" fmla="*/ 17727 w 35454"/>
                <a:gd name="csY2" fmla="*/ 0 h 176415"/>
                <a:gd name="csX3" fmla="*/ 35455 w 35454"/>
                <a:gd name="csY3" fmla="*/ 18524 h 176415"/>
                <a:gd name="csX4" fmla="*/ 17727 w 35454"/>
                <a:gd name="csY4" fmla="*/ 37047 h 176415"/>
                <a:gd name="csX5" fmla="*/ 17727 w 35454"/>
                <a:gd name="csY5" fmla="*/ 37047 h 176415"/>
                <a:gd name="csX6" fmla="*/ 1773 w 35454"/>
                <a:gd name="csY6" fmla="*/ 176416 h 176415"/>
                <a:gd name="csX7" fmla="*/ 1773 w 35454"/>
                <a:gd name="csY7" fmla="*/ 52925 h 176415"/>
                <a:gd name="csX8" fmla="*/ 35455 w 35454"/>
                <a:gd name="csY8" fmla="*/ 52925 h 176415"/>
                <a:gd name="csX9" fmla="*/ 35455 w 35454"/>
                <a:gd name="csY9" fmla="*/ 176416 h 176415"/>
                <a:gd name="csX10" fmla="*/ 1773 w 35454"/>
                <a:gd name="csY10" fmla="*/ 176416 h 1764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5454" h="176415">
                  <a:moveTo>
                    <a:pt x="17727" y="37047"/>
                  </a:moveTo>
                  <a:cubicBezTo>
                    <a:pt x="7091" y="37047"/>
                    <a:pt x="0" y="29109"/>
                    <a:pt x="0" y="18524"/>
                  </a:cubicBezTo>
                  <a:cubicBezTo>
                    <a:pt x="0" y="7939"/>
                    <a:pt x="7091" y="0"/>
                    <a:pt x="17727" y="0"/>
                  </a:cubicBezTo>
                  <a:cubicBezTo>
                    <a:pt x="28364" y="0"/>
                    <a:pt x="35455" y="7939"/>
                    <a:pt x="35455" y="18524"/>
                  </a:cubicBezTo>
                  <a:cubicBezTo>
                    <a:pt x="35455" y="29109"/>
                    <a:pt x="28364" y="37047"/>
                    <a:pt x="17727" y="37047"/>
                  </a:cubicBezTo>
                  <a:lnTo>
                    <a:pt x="17727" y="37047"/>
                  </a:lnTo>
                  <a:close/>
                  <a:moveTo>
                    <a:pt x="1773" y="176416"/>
                  </a:moveTo>
                  <a:lnTo>
                    <a:pt x="1773" y="52925"/>
                  </a:lnTo>
                  <a:lnTo>
                    <a:pt x="35455" y="52925"/>
                  </a:lnTo>
                  <a:lnTo>
                    <a:pt x="35455" y="176416"/>
                  </a:lnTo>
                  <a:lnTo>
                    <a:pt x="1773" y="17641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A1FBEEE-36EC-38BB-95C6-EFA4DDFF77F1}"/>
                </a:ext>
              </a:extLst>
            </p:cNvPr>
            <p:cNvSpPr/>
            <p:nvPr/>
          </p:nvSpPr>
          <p:spPr>
            <a:xfrm>
              <a:off x="2881329" y="11806302"/>
              <a:ext cx="101931" cy="126137"/>
            </a:xfrm>
            <a:custGeom>
              <a:avLst/>
              <a:gdLst>
                <a:gd name="csX0" fmla="*/ 886 w 101931"/>
                <a:gd name="csY0" fmla="*/ 41458 h 126137"/>
                <a:gd name="csX1" fmla="*/ 0 w 101931"/>
                <a:gd name="csY1" fmla="*/ 2646 h 126137"/>
                <a:gd name="csX2" fmla="*/ 29250 w 101931"/>
                <a:gd name="csY2" fmla="*/ 2646 h 126137"/>
                <a:gd name="csX3" fmla="*/ 31023 w 101931"/>
                <a:gd name="csY3" fmla="*/ 18524 h 126137"/>
                <a:gd name="csX4" fmla="*/ 31023 w 101931"/>
                <a:gd name="csY4" fmla="*/ 18524 h 126137"/>
                <a:gd name="csX5" fmla="*/ 63818 w 101931"/>
                <a:gd name="csY5" fmla="*/ 0 h 126137"/>
                <a:gd name="csX6" fmla="*/ 101932 w 101931"/>
                <a:gd name="csY6" fmla="*/ 51161 h 126137"/>
                <a:gd name="csX7" fmla="*/ 101932 w 101931"/>
                <a:gd name="csY7" fmla="*/ 126137 h 126137"/>
                <a:gd name="csX8" fmla="*/ 68250 w 101931"/>
                <a:gd name="csY8" fmla="*/ 126137 h 126137"/>
                <a:gd name="csX9" fmla="*/ 68250 w 101931"/>
                <a:gd name="csY9" fmla="*/ 54689 h 126137"/>
                <a:gd name="csX10" fmla="*/ 52295 w 101931"/>
                <a:gd name="csY10" fmla="*/ 29991 h 126137"/>
                <a:gd name="csX11" fmla="*/ 36341 w 101931"/>
                <a:gd name="csY11" fmla="*/ 43222 h 126137"/>
                <a:gd name="csX12" fmla="*/ 34568 w 101931"/>
                <a:gd name="csY12" fmla="*/ 52925 h 126137"/>
                <a:gd name="csX13" fmla="*/ 34568 w 101931"/>
                <a:gd name="csY13" fmla="*/ 125255 h 126137"/>
                <a:gd name="csX14" fmla="*/ 886 w 101931"/>
                <a:gd name="csY14" fmla="*/ 125255 h 126137"/>
                <a:gd name="csX15" fmla="*/ 886 w 101931"/>
                <a:gd name="csY15" fmla="*/ 40576 h 126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01931" h="126137">
                  <a:moveTo>
                    <a:pt x="886" y="41458"/>
                  </a:moveTo>
                  <a:cubicBezTo>
                    <a:pt x="886" y="26462"/>
                    <a:pt x="886" y="14113"/>
                    <a:pt x="0" y="2646"/>
                  </a:cubicBezTo>
                  <a:lnTo>
                    <a:pt x="29250" y="2646"/>
                  </a:lnTo>
                  <a:lnTo>
                    <a:pt x="31023" y="18524"/>
                  </a:lnTo>
                  <a:lnTo>
                    <a:pt x="31023" y="18524"/>
                  </a:lnTo>
                  <a:cubicBezTo>
                    <a:pt x="36341" y="10585"/>
                    <a:pt x="46977" y="0"/>
                    <a:pt x="63818" y="0"/>
                  </a:cubicBezTo>
                  <a:cubicBezTo>
                    <a:pt x="80659" y="0"/>
                    <a:pt x="101932" y="17642"/>
                    <a:pt x="101932" y="51161"/>
                  </a:cubicBezTo>
                  <a:lnTo>
                    <a:pt x="101932" y="126137"/>
                  </a:lnTo>
                  <a:lnTo>
                    <a:pt x="68250" y="126137"/>
                  </a:lnTo>
                  <a:lnTo>
                    <a:pt x="68250" y="54689"/>
                  </a:lnTo>
                  <a:cubicBezTo>
                    <a:pt x="68250" y="40576"/>
                    <a:pt x="63818" y="29991"/>
                    <a:pt x="52295" y="29991"/>
                  </a:cubicBezTo>
                  <a:cubicBezTo>
                    <a:pt x="40773" y="29991"/>
                    <a:pt x="38114" y="36165"/>
                    <a:pt x="36341" y="43222"/>
                  </a:cubicBezTo>
                  <a:cubicBezTo>
                    <a:pt x="35455" y="45868"/>
                    <a:pt x="34568" y="49396"/>
                    <a:pt x="34568" y="52925"/>
                  </a:cubicBezTo>
                  <a:lnTo>
                    <a:pt x="34568" y="125255"/>
                  </a:lnTo>
                  <a:lnTo>
                    <a:pt x="886" y="125255"/>
                  </a:lnTo>
                  <a:lnTo>
                    <a:pt x="886" y="40576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16D2F49-48EE-FF88-D8BA-425BB45940C8}"/>
                </a:ext>
              </a:extLst>
            </p:cNvPr>
            <p:cNvSpPr/>
            <p:nvPr/>
          </p:nvSpPr>
          <p:spPr>
            <a:xfrm>
              <a:off x="3007192" y="11806302"/>
              <a:ext cx="107249" cy="178180"/>
            </a:xfrm>
            <a:custGeom>
              <a:avLst/>
              <a:gdLst>
                <a:gd name="csX0" fmla="*/ 104591 w 107249"/>
                <a:gd name="csY0" fmla="*/ 109378 h 178180"/>
                <a:gd name="csX1" fmla="*/ 88636 w 107249"/>
                <a:gd name="csY1" fmla="*/ 163185 h 178180"/>
                <a:gd name="csX2" fmla="*/ 45205 w 107249"/>
                <a:gd name="csY2" fmla="*/ 178180 h 178180"/>
                <a:gd name="csX3" fmla="*/ 7977 w 107249"/>
                <a:gd name="csY3" fmla="*/ 170241 h 178180"/>
                <a:gd name="csX4" fmla="*/ 15068 w 107249"/>
                <a:gd name="csY4" fmla="*/ 142015 h 178180"/>
                <a:gd name="csX5" fmla="*/ 44318 w 107249"/>
                <a:gd name="csY5" fmla="*/ 149954 h 178180"/>
                <a:gd name="csX6" fmla="*/ 71795 w 107249"/>
                <a:gd name="csY6" fmla="*/ 118199 h 178180"/>
                <a:gd name="csX7" fmla="*/ 71795 w 107249"/>
                <a:gd name="csY7" fmla="*/ 110260 h 178180"/>
                <a:gd name="csX8" fmla="*/ 71795 w 107249"/>
                <a:gd name="csY8" fmla="*/ 110260 h 178180"/>
                <a:gd name="csX9" fmla="*/ 44318 w 107249"/>
                <a:gd name="csY9" fmla="*/ 125255 h 178180"/>
                <a:gd name="csX10" fmla="*/ 0 w 107249"/>
                <a:gd name="csY10" fmla="*/ 65274 h 178180"/>
                <a:gd name="csX11" fmla="*/ 47864 w 107249"/>
                <a:gd name="csY11" fmla="*/ 0 h 178180"/>
                <a:gd name="csX12" fmla="*/ 76227 w 107249"/>
                <a:gd name="csY12" fmla="*/ 16760 h 178180"/>
                <a:gd name="csX13" fmla="*/ 76227 w 107249"/>
                <a:gd name="csY13" fmla="*/ 16760 h 178180"/>
                <a:gd name="csX14" fmla="*/ 78000 w 107249"/>
                <a:gd name="csY14" fmla="*/ 2646 h 178180"/>
                <a:gd name="csX15" fmla="*/ 107250 w 107249"/>
                <a:gd name="csY15" fmla="*/ 2646 h 178180"/>
                <a:gd name="csX16" fmla="*/ 106364 w 107249"/>
                <a:gd name="csY16" fmla="*/ 40576 h 178180"/>
                <a:gd name="csX17" fmla="*/ 106364 w 107249"/>
                <a:gd name="csY17" fmla="*/ 110260 h 178180"/>
                <a:gd name="csX18" fmla="*/ 70023 w 107249"/>
                <a:gd name="csY18" fmla="*/ 51161 h 178180"/>
                <a:gd name="csX19" fmla="*/ 70023 w 107249"/>
                <a:gd name="csY19" fmla="*/ 43222 h 178180"/>
                <a:gd name="csX20" fmla="*/ 54068 w 107249"/>
                <a:gd name="csY20" fmla="*/ 28227 h 178180"/>
                <a:gd name="csX21" fmla="*/ 32795 w 107249"/>
                <a:gd name="csY21" fmla="*/ 63510 h 178180"/>
                <a:gd name="csX22" fmla="*/ 53182 w 107249"/>
                <a:gd name="csY22" fmla="*/ 97029 h 178180"/>
                <a:gd name="csX23" fmla="*/ 69136 w 107249"/>
                <a:gd name="csY23" fmla="*/ 83798 h 178180"/>
                <a:gd name="csX24" fmla="*/ 70023 w 107249"/>
                <a:gd name="csY24" fmla="*/ 74095 h 178180"/>
                <a:gd name="csX25" fmla="*/ 70023 w 107249"/>
                <a:gd name="csY25" fmla="*/ 51161 h 178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07249" h="178180">
                  <a:moveTo>
                    <a:pt x="104591" y="109378"/>
                  </a:moveTo>
                  <a:cubicBezTo>
                    <a:pt x="104591" y="134076"/>
                    <a:pt x="100159" y="151718"/>
                    <a:pt x="88636" y="163185"/>
                  </a:cubicBezTo>
                  <a:cubicBezTo>
                    <a:pt x="77114" y="173770"/>
                    <a:pt x="62045" y="178180"/>
                    <a:pt x="45205" y="178180"/>
                  </a:cubicBezTo>
                  <a:cubicBezTo>
                    <a:pt x="28364" y="178180"/>
                    <a:pt x="17727" y="175534"/>
                    <a:pt x="7977" y="170241"/>
                  </a:cubicBezTo>
                  <a:lnTo>
                    <a:pt x="15068" y="142015"/>
                  </a:lnTo>
                  <a:cubicBezTo>
                    <a:pt x="22159" y="146425"/>
                    <a:pt x="32795" y="149954"/>
                    <a:pt x="44318" y="149954"/>
                  </a:cubicBezTo>
                  <a:cubicBezTo>
                    <a:pt x="55841" y="149954"/>
                    <a:pt x="71795" y="140251"/>
                    <a:pt x="71795" y="118199"/>
                  </a:cubicBezTo>
                  <a:lnTo>
                    <a:pt x="71795" y="110260"/>
                  </a:lnTo>
                  <a:lnTo>
                    <a:pt x="71795" y="110260"/>
                  </a:lnTo>
                  <a:cubicBezTo>
                    <a:pt x="65591" y="119963"/>
                    <a:pt x="55841" y="125255"/>
                    <a:pt x="44318" y="125255"/>
                  </a:cubicBezTo>
                  <a:cubicBezTo>
                    <a:pt x="16841" y="125255"/>
                    <a:pt x="0" y="98793"/>
                    <a:pt x="0" y="65274"/>
                  </a:cubicBezTo>
                  <a:cubicBezTo>
                    <a:pt x="0" y="31755"/>
                    <a:pt x="22159" y="0"/>
                    <a:pt x="47864" y="0"/>
                  </a:cubicBezTo>
                  <a:cubicBezTo>
                    <a:pt x="73568" y="0"/>
                    <a:pt x="70909" y="7057"/>
                    <a:pt x="76227" y="16760"/>
                  </a:cubicBezTo>
                  <a:lnTo>
                    <a:pt x="76227" y="16760"/>
                  </a:lnTo>
                  <a:lnTo>
                    <a:pt x="78000" y="2646"/>
                  </a:lnTo>
                  <a:lnTo>
                    <a:pt x="107250" y="2646"/>
                  </a:lnTo>
                  <a:cubicBezTo>
                    <a:pt x="107250" y="11467"/>
                    <a:pt x="106364" y="22934"/>
                    <a:pt x="106364" y="40576"/>
                  </a:cubicBezTo>
                  <a:lnTo>
                    <a:pt x="106364" y="110260"/>
                  </a:lnTo>
                  <a:close/>
                  <a:moveTo>
                    <a:pt x="70023" y="51161"/>
                  </a:moveTo>
                  <a:cubicBezTo>
                    <a:pt x="70023" y="48514"/>
                    <a:pt x="70023" y="45868"/>
                    <a:pt x="70023" y="43222"/>
                  </a:cubicBezTo>
                  <a:cubicBezTo>
                    <a:pt x="67364" y="34401"/>
                    <a:pt x="62045" y="28227"/>
                    <a:pt x="54068" y="28227"/>
                  </a:cubicBezTo>
                  <a:cubicBezTo>
                    <a:pt x="41659" y="28227"/>
                    <a:pt x="32795" y="41458"/>
                    <a:pt x="32795" y="63510"/>
                  </a:cubicBezTo>
                  <a:cubicBezTo>
                    <a:pt x="32795" y="85562"/>
                    <a:pt x="40773" y="97029"/>
                    <a:pt x="53182" y="97029"/>
                  </a:cubicBezTo>
                  <a:cubicBezTo>
                    <a:pt x="65591" y="97029"/>
                    <a:pt x="67364" y="91736"/>
                    <a:pt x="69136" y="83798"/>
                  </a:cubicBezTo>
                  <a:cubicBezTo>
                    <a:pt x="70023" y="81151"/>
                    <a:pt x="70023" y="76741"/>
                    <a:pt x="70023" y="74095"/>
                  </a:cubicBezTo>
                  <a:lnTo>
                    <a:pt x="70023" y="51161"/>
                  </a:lnTo>
                  <a:close/>
                </a:path>
              </a:pathLst>
            </a:custGeom>
            <a:solidFill>
              <a:srgbClr val="05171D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134C0F11-A678-32EE-878A-73BA76E56B86}"/>
                </a:ext>
              </a:extLst>
            </p:cNvPr>
            <p:cNvSpPr/>
            <p:nvPr/>
          </p:nvSpPr>
          <p:spPr>
            <a:xfrm>
              <a:off x="935762" y="12010062"/>
              <a:ext cx="111681" cy="177298"/>
            </a:xfrm>
            <a:custGeom>
              <a:avLst/>
              <a:gdLst>
                <a:gd name="csX0" fmla="*/ 45205 w 111681"/>
                <a:gd name="csY0" fmla="*/ 18524 h 177298"/>
                <a:gd name="csX1" fmla="*/ 0 w 111681"/>
                <a:gd name="csY1" fmla="*/ 18524 h 177298"/>
                <a:gd name="csX2" fmla="*/ 0 w 111681"/>
                <a:gd name="csY2" fmla="*/ 0 h 177298"/>
                <a:gd name="csX3" fmla="*/ 111682 w 111681"/>
                <a:gd name="csY3" fmla="*/ 0 h 177298"/>
                <a:gd name="csX4" fmla="*/ 111682 w 111681"/>
                <a:gd name="csY4" fmla="*/ 18524 h 177298"/>
                <a:gd name="csX5" fmla="*/ 66477 w 111681"/>
                <a:gd name="csY5" fmla="*/ 18524 h 177298"/>
                <a:gd name="csX6" fmla="*/ 66477 w 111681"/>
                <a:gd name="csY6" fmla="*/ 177298 h 177298"/>
                <a:gd name="csX7" fmla="*/ 45205 w 111681"/>
                <a:gd name="csY7" fmla="*/ 177298 h 177298"/>
                <a:gd name="csX8" fmla="*/ 45205 w 111681"/>
                <a:gd name="csY8" fmla="*/ 18524 h 17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1681" h="177298">
                  <a:moveTo>
                    <a:pt x="45205" y="18524"/>
                  </a:moveTo>
                  <a:lnTo>
                    <a:pt x="0" y="18524"/>
                  </a:lnTo>
                  <a:lnTo>
                    <a:pt x="0" y="0"/>
                  </a:lnTo>
                  <a:lnTo>
                    <a:pt x="111682" y="0"/>
                  </a:lnTo>
                  <a:lnTo>
                    <a:pt x="111682" y="18524"/>
                  </a:lnTo>
                  <a:lnTo>
                    <a:pt x="66477" y="18524"/>
                  </a:lnTo>
                  <a:lnTo>
                    <a:pt x="66477" y="177298"/>
                  </a:lnTo>
                  <a:lnTo>
                    <a:pt x="45205" y="177298"/>
                  </a:lnTo>
                  <a:lnTo>
                    <a:pt x="45205" y="18524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BEA9B20-E802-7E01-F7E5-D2601E022C5D}"/>
                </a:ext>
              </a:extLst>
            </p:cNvPr>
            <p:cNvSpPr/>
            <p:nvPr/>
          </p:nvSpPr>
          <p:spPr>
            <a:xfrm>
              <a:off x="1046557" y="12055930"/>
              <a:ext cx="97499" cy="132311"/>
            </a:xfrm>
            <a:custGeom>
              <a:avLst/>
              <a:gdLst>
                <a:gd name="csX0" fmla="*/ 20386 w 97499"/>
                <a:gd name="csY0" fmla="*/ 70566 h 132311"/>
                <a:gd name="csX1" fmla="*/ 58500 w 97499"/>
                <a:gd name="csY1" fmla="*/ 115552 h 132311"/>
                <a:gd name="csX2" fmla="*/ 87750 w 97499"/>
                <a:gd name="csY2" fmla="*/ 109378 h 132311"/>
                <a:gd name="csX3" fmla="*/ 91295 w 97499"/>
                <a:gd name="csY3" fmla="*/ 125255 h 132311"/>
                <a:gd name="csX4" fmla="*/ 54955 w 97499"/>
                <a:gd name="csY4" fmla="*/ 132312 h 132311"/>
                <a:gd name="csX5" fmla="*/ 0 w 97499"/>
                <a:gd name="csY5" fmla="*/ 67920 h 132311"/>
                <a:gd name="csX6" fmla="*/ 52295 w 97499"/>
                <a:gd name="csY6" fmla="*/ 0 h 132311"/>
                <a:gd name="csX7" fmla="*/ 97500 w 97499"/>
                <a:gd name="csY7" fmla="*/ 59099 h 132311"/>
                <a:gd name="csX8" fmla="*/ 97500 w 97499"/>
                <a:gd name="csY8" fmla="*/ 70566 h 132311"/>
                <a:gd name="csX9" fmla="*/ 21273 w 97499"/>
                <a:gd name="csY9" fmla="*/ 70566 h 132311"/>
                <a:gd name="csX10" fmla="*/ 77114 w 97499"/>
                <a:gd name="csY10" fmla="*/ 54689 h 132311"/>
                <a:gd name="csX11" fmla="*/ 50523 w 97499"/>
                <a:gd name="csY11" fmla="*/ 17642 h 132311"/>
                <a:gd name="csX12" fmla="*/ 21273 w 97499"/>
                <a:gd name="csY12" fmla="*/ 54689 h 132311"/>
                <a:gd name="csX13" fmla="*/ 78000 w 97499"/>
                <a:gd name="csY13" fmla="*/ 54689 h 132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499" h="132311">
                  <a:moveTo>
                    <a:pt x="20386" y="70566"/>
                  </a:moveTo>
                  <a:cubicBezTo>
                    <a:pt x="20386" y="104085"/>
                    <a:pt x="38114" y="115552"/>
                    <a:pt x="58500" y="115552"/>
                  </a:cubicBezTo>
                  <a:cubicBezTo>
                    <a:pt x="78886" y="115552"/>
                    <a:pt x="81545" y="112906"/>
                    <a:pt x="87750" y="109378"/>
                  </a:cubicBezTo>
                  <a:lnTo>
                    <a:pt x="91295" y="125255"/>
                  </a:lnTo>
                  <a:cubicBezTo>
                    <a:pt x="84205" y="128784"/>
                    <a:pt x="71795" y="132312"/>
                    <a:pt x="54955" y="132312"/>
                  </a:cubicBezTo>
                  <a:cubicBezTo>
                    <a:pt x="20386" y="132312"/>
                    <a:pt x="0" y="106732"/>
                    <a:pt x="0" y="67920"/>
                  </a:cubicBezTo>
                  <a:cubicBezTo>
                    <a:pt x="0" y="29109"/>
                    <a:pt x="20386" y="0"/>
                    <a:pt x="52295" y="0"/>
                  </a:cubicBezTo>
                  <a:cubicBezTo>
                    <a:pt x="84205" y="0"/>
                    <a:pt x="97500" y="33519"/>
                    <a:pt x="97500" y="59099"/>
                  </a:cubicBezTo>
                  <a:cubicBezTo>
                    <a:pt x="97500" y="84680"/>
                    <a:pt x="97500" y="67920"/>
                    <a:pt x="97500" y="70566"/>
                  </a:cubicBezTo>
                  <a:lnTo>
                    <a:pt x="21273" y="70566"/>
                  </a:lnTo>
                  <a:close/>
                  <a:moveTo>
                    <a:pt x="77114" y="54689"/>
                  </a:moveTo>
                  <a:cubicBezTo>
                    <a:pt x="77114" y="37047"/>
                    <a:pt x="70909" y="17642"/>
                    <a:pt x="50523" y="17642"/>
                  </a:cubicBezTo>
                  <a:cubicBezTo>
                    <a:pt x="30136" y="17642"/>
                    <a:pt x="22159" y="38812"/>
                    <a:pt x="21273" y="54689"/>
                  </a:cubicBezTo>
                  <a:lnTo>
                    <a:pt x="78000" y="54689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F5DD0593-0253-A2DE-DB78-990788AFB5BD}"/>
                </a:ext>
              </a:extLst>
            </p:cNvPr>
            <p:cNvSpPr/>
            <p:nvPr/>
          </p:nvSpPr>
          <p:spPr>
            <a:xfrm>
              <a:off x="1175080" y="12001242"/>
              <a:ext cx="21272" cy="185236"/>
            </a:xfrm>
            <a:custGeom>
              <a:avLst/>
              <a:gdLst>
                <a:gd name="csX0" fmla="*/ 0 w 21272"/>
                <a:gd name="csY0" fmla="*/ 0 h 185236"/>
                <a:gd name="csX1" fmla="*/ 21273 w 21272"/>
                <a:gd name="csY1" fmla="*/ 0 h 185236"/>
                <a:gd name="csX2" fmla="*/ 21273 w 21272"/>
                <a:gd name="csY2" fmla="*/ 185237 h 185236"/>
                <a:gd name="csX3" fmla="*/ 0 w 21272"/>
                <a:gd name="csY3" fmla="*/ 185237 h 185236"/>
                <a:gd name="csX4" fmla="*/ 0 w 21272"/>
                <a:gd name="csY4" fmla="*/ 0 h 185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272" h="185236">
                  <a:moveTo>
                    <a:pt x="0" y="0"/>
                  </a:moveTo>
                  <a:lnTo>
                    <a:pt x="21273" y="0"/>
                  </a:lnTo>
                  <a:lnTo>
                    <a:pt x="21273" y="185237"/>
                  </a:lnTo>
                  <a:lnTo>
                    <a:pt x="0" y="185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2C8615B-CD50-FCF4-8ECC-0DB3D1741314}"/>
                </a:ext>
              </a:extLst>
            </p:cNvPr>
            <p:cNvSpPr/>
            <p:nvPr/>
          </p:nvSpPr>
          <p:spPr>
            <a:xfrm>
              <a:off x="1278784" y="12009180"/>
              <a:ext cx="128522" cy="177298"/>
            </a:xfrm>
            <a:custGeom>
              <a:avLst/>
              <a:gdLst>
                <a:gd name="csX0" fmla="*/ 37227 w 128522"/>
                <a:gd name="csY0" fmla="*/ 122609 h 177298"/>
                <a:gd name="csX1" fmla="*/ 21273 w 128522"/>
                <a:gd name="csY1" fmla="*/ 177298 h 177298"/>
                <a:gd name="csX2" fmla="*/ 0 w 128522"/>
                <a:gd name="csY2" fmla="*/ 177298 h 177298"/>
                <a:gd name="csX3" fmla="*/ 52295 w 128522"/>
                <a:gd name="csY3" fmla="*/ 0 h 177298"/>
                <a:gd name="csX4" fmla="*/ 77114 w 128522"/>
                <a:gd name="csY4" fmla="*/ 0 h 177298"/>
                <a:gd name="csX5" fmla="*/ 128523 w 128522"/>
                <a:gd name="csY5" fmla="*/ 177298 h 177298"/>
                <a:gd name="csX6" fmla="*/ 106364 w 128522"/>
                <a:gd name="csY6" fmla="*/ 177298 h 177298"/>
                <a:gd name="csX7" fmla="*/ 90409 w 128522"/>
                <a:gd name="csY7" fmla="*/ 122609 h 177298"/>
                <a:gd name="csX8" fmla="*/ 37227 w 128522"/>
                <a:gd name="csY8" fmla="*/ 122609 h 177298"/>
                <a:gd name="csX9" fmla="*/ 86864 w 128522"/>
                <a:gd name="csY9" fmla="*/ 105850 h 177298"/>
                <a:gd name="csX10" fmla="*/ 72682 w 128522"/>
                <a:gd name="csY10" fmla="*/ 56453 h 177298"/>
                <a:gd name="csX11" fmla="*/ 64705 w 128522"/>
                <a:gd name="csY11" fmla="*/ 22052 h 177298"/>
                <a:gd name="csX12" fmla="*/ 64705 w 128522"/>
                <a:gd name="csY12" fmla="*/ 22052 h 177298"/>
                <a:gd name="csX13" fmla="*/ 56727 w 128522"/>
                <a:gd name="csY13" fmla="*/ 56453 h 177298"/>
                <a:gd name="csX14" fmla="*/ 42545 w 128522"/>
                <a:gd name="csY14" fmla="*/ 105850 h 177298"/>
                <a:gd name="csX15" fmla="*/ 87750 w 128522"/>
                <a:gd name="csY15" fmla="*/ 105850 h 17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8522" h="177298">
                  <a:moveTo>
                    <a:pt x="37227" y="122609"/>
                  </a:moveTo>
                  <a:lnTo>
                    <a:pt x="21273" y="177298"/>
                  </a:lnTo>
                  <a:lnTo>
                    <a:pt x="0" y="177298"/>
                  </a:lnTo>
                  <a:lnTo>
                    <a:pt x="52295" y="0"/>
                  </a:lnTo>
                  <a:lnTo>
                    <a:pt x="77114" y="0"/>
                  </a:lnTo>
                  <a:lnTo>
                    <a:pt x="128523" y="177298"/>
                  </a:lnTo>
                  <a:lnTo>
                    <a:pt x="106364" y="177298"/>
                  </a:lnTo>
                  <a:lnTo>
                    <a:pt x="90409" y="122609"/>
                  </a:lnTo>
                  <a:lnTo>
                    <a:pt x="37227" y="122609"/>
                  </a:lnTo>
                  <a:close/>
                  <a:moveTo>
                    <a:pt x="86864" y="105850"/>
                  </a:moveTo>
                  <a:lnTo>
                    <a:pt x="72682" y="56453"/>
                  </a:lnTo>
                  <a:cubicBezTo>
                    <a:pt x="69136" y="44986"/>
                    <a:pt x="66477" y="32637"/>
                    <a:pt x="64705" y="22052"/>
                  </a:cubicBezTo>
                  <a:lnTo>
                    <a:pt x="64705" y="22052"/>
                  </a:lnTo>
                  <a:cubicBezTo>
                    <a:pt x="62045" y="33519"/>
                    <a:pt x="60273" y="45868"/>
                    <a:pt x="56727" y="56453"/>
                  </a:cubicBezTo>
                  <a:lnTo>
                    <a:pt x="42545" y="105850"/>
                  </a:lnTo>
                  <a:lnTo>
                    <a:pt x="87750" y="10585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33E28DB-5296-9A0F-AB7C-A615F3A467AE}"/>
                </a:ext>
              </a:extLst>
            </p:cNvPr>
            <p:cNvSpPr/>
            <p:nvPr/>
          </p:nvSpPr>
          <p:spPr>
            <a:xfrm>
              <a:off x="1417943" y="12059459"/>
              <a:ext cx="103704" cy="127019"/>
            </a:xfrm>
            <a:custGeom>
              <a:avLst/>
              <a:gdLst>
                <a:gd name="csX0" fmla="*/ 21273 w 103704"/>
                <a:gd name="csY0" fmla="*/ 0 h 127019"/>
                <a:gd name="csX1" fmla="*/ 42545 w 103704"/>
                <a:gd name="csY1" fmla="*/ 71448 h 127019"/>
                <a:gd name="csX2" fmla="*/ 51409 w 103704"/>
                <a:gd name="csY2" fmla="*/ 104085 h 127019"/>
                <a:gd name="csX3" fmla="*/ 51409 w 103704"/>
                <a:gd name="csY3" fmla="*/ 104085 h 127019"/>
                <a:gd name="csX4" fmla="*/ 60273 w 103704"/>
                <a:gd name="csY4" fmla="*/ 71448 h 127019"/>
                <a:gd name="csX5" fmla="*/ 81545 w 103704"/>
                <a:gd name="csY5" fmla="*/ 0 h 127019"/>
                <a:gd name="csX6" fmla="*/ 103704 w 103704"/>
                <a:gd name="csY6" fmla="*/ 0 h 127019"/>
                <a:gd name="csX7" fmla="*/ 61159 w 103704"/>
                <a:gd name="csY7" fmla="*/ 127019 h 127019"/>
                <a:gd name="csX8" fmla="*/ 41659 w 103704"/>
                <a:gd name="csY8" fmla="*/ 127019 h 127019"/>
                <a:gd name="csX9" fmla="*/ 0 w 103704"/>
                <a:gd name="csY9" fmla="*/ 0 h 127019"/>
                <a:gd name="csX10" fmla="*/ 23045 w 103704"/>
                <a:gd name="csY10" fmla="*/ 0 h 127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3704" h="127019">
                  <a:moveTo>
                    <a:pt x="21273" y="0"/>
                  </a:moveTo>
                  <a:lnTo>
                    <a:pt x="42545" y="71448"/>
                  </a:lnTo>
                  <a:cubicBezTo>
                    <a:pt x="46091" y="82915"/>
                    <a:pt x="48750" y="92618"/>
                    <a:pt x="51409" y="104085"/>
                  </a:cubicBezTo>
                  <a:lnTo>
                    <a:pt x="51409" y="104085"/>
                  </a:lnTo>
                  <a:cubicBezTo>
                    <a:pt x="54068" y="93500"/>
                    <a:pt x="56727" y="82915"/>
                    <a:pt x="60273" y="71448"/>
                  </a:cubicBezTo>
                  <a:lnTo>
                    <a:pt x="81545" y="0"/>
                  </a:lnTo>
                  <a:lnTo>
                    <a:pt x="103704" y="0"/>
                  </a:lnTo>
                  <a:lnTo>
                    <a:pt x="61159" y="127019"/>
                  </a:lnTo>
                  <a:lnTo>
                    <a:pt x="41659" y="127019"/>
                  </a:lnTo>
                  <a:lnTo>
                    <a:pt x="0" y="0"/>
                  </a:lnTo>
                  <a:lnTo>
                    <a:pt x="23045" y="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42A00C9-04ED-3E9E-B36D-172770E9863E}"/>
                </a:ext>
              </a:extLst>
            </p:cNvPr>
            <p:cNvSpPr/>
            <p:nvPr/>
          </p:nvSpPr>
          <p:spPr>
            <a:xfrm>
              <a:off x="1543807" y="12010062"/>
              <a:ext cx="26590" cy="177298"/>
            </a:xfrm>
            <a:custGeom>
              <a:avLst/>
              <a:gdLst>
                <a:gd name="csX0" fmla="*/ 12409 w 26590"/>
                <a:gd name="csY0" fmla="*/ 28227 h 177298"/>
                <a:gd name="csX1" fmla="*/ 0 w 26590"/>
                <a:gd name="csY1" fmla="*/ 14113 h 177298"/>
                <a:gd name="csX2" fmla="*/ 13295 w 26590"/>
                <a:gd name="csY2" fmla="*/ 0 h 177298"/>
                <a:gd name="csX3" fmla="*/ 26591 w 26590"/>
                <a:gd name="csY3" fmla="*/ 14113 h 177298"/>
                <a:gd name="csX4" fmla="*/ 13295 w 26590"/>
                <a:gd name="csY4" fmla="*/ 28227 h 177298"/>
                <a:gd name="csX5" fmla="*/ 13295 w 26590"/>
                <a:gd name="csY5" fmla="*/ 28227 h 177298"/>
                <a:gd name="csX6" fmla="*/ 2659 w 26590"/>
                <a:gd name="csY6" fmla="*/ 177298 h 177298"/>
                <a:gd name="csX7" fmla="*/ 2659 w 26590"/>
                <a:gd name="csY7" fmla="*/ 50279 h 177298"/>
                <a:gd name="csX8" fmla="*/ 23932 w 26590"/>
                <a:gd name="csY8" fmla="*/ 50279 h 177298"/>
                <a:gd name="csX9" fmla="*/ 23932 w 26590"/>
                <a:gd name="csY9" fmla="*/ 177298 h 177298"/>
                <a:gd name="csX10" fmla="*/ 2659 w 26590"/>
                <a:gd name="csY10" fmla="*/ 177298 h 17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6590" h="177298">
                  <a:moveTo>
                    <a:pt x="12409" y="28227"/>
                  </a:moveTo>
                  <a:cubicBezTo>
                    <a:pt x="4432" y="28227"/>
                    <a:pt x="0" y="22052"/>
                    <a:pt x="0" y="14113"/>
                  </a:cubicBezTo>
                  <a:cubicBezTo>
                    <a:pt x="0" y="6175"/>
                    <a:pt x="5318" y="0"/>
                    <a:pt x="13295" y="0"/>
                  </a:cubicBezTo>
                  <a:cubicBezTo>
                    <a:pt x="21273" y="0"/>
                    <a:pt x="26591" y="6175"/>
                    <a:pt x="26591" y="14113"/>
                  </a:cubicBezTo>
                  <a:cubicBezTo>
                    <a:pt x="26591" y="22052"/>
                    <a:pt x="21273" y="28227"/>
                    <a:pt x="13295" y="28227"/>
                  </a:cubicBezTo>
                  <a:lnTo>
                    <a:pt x="13295" y="28227"/>
                  </a:lnTo>
                  <a:close/>
                  <a:moveTo>
                    <a:pt x="2659" y="177298"/>
                  </a:moveTo>
                  <a:lnTo>
                    <a:pt x="2659" y="50279"/>
                  </a:lnTo>
                  <a:lnTo>
                    <a:pt x="23932" y="50279"/>
                  </a:lnTo>
                  <a:lnTo>
                    <a:pt x="23932" y="177298"/>
                  </a:lnTo>
                  <a:lnTo>
                    <a:pt x="2659" y="177298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C1985B14-6E3B-3CE6-6311-7EBCEAB0B2C4}"/>
                </a:ext>
              </a:extLst>
            </p:cNvPr>
            <p:cNvSpPr/>
            <p:nvPr/>
          </p:nvSpPr>
          <p:spPr>
            <a:xfrm>
              <a:off x="1593443" y="12059459"/>
              <a:ext cx="103704" cy="127019"/>
            </a:xfrm>
            <a:custGeom>
              <a:avLst/>
              <a:gdLst>
                <a:gd name="csX0" fmla="*/ 21273 w 103704"/>
                <a:gd name="csY0" fmla="*/ 0 h 127019"/>
                <a:gd name="csX1" fmla="*/ 42545 w 103704"/>
                <a:gd name="csY1" fmla="*/ 71448 h 127019"/>
                <a:gd name="csX2" fmla="*/ 51409 w 103704"/>
                <a:gd name="csY2" fmla="*/ 104085 h 127019"/>
                <a:gd name="csX3" fmla="*/ 51409 w 103704"/>
                <a:gd name="csY3" fmla="*/ 104085 h 127019"/>
                <a:gd name="csX4" fmla="*/ 60273 w 103704"/>
                <a:gd name="csY4" fmla="*/ 71448 h 127019"/>
                <a:gd name="csX5" fmla="*/ 81545 w 103704"/>
                <a:gd name="csY5" fmla="*/ 0 h 127019"/>
                <a:gd name="csX6" fmla="*/ 103705 w 103704"/>
                <a:gd name="csY6" fmla="*/ 0 h 127019"/>
                <a:gd name="csX7" fmla="*/ 61159 w 103704"/>
                <a:gd name="csY7" fmla="*/ 127019 h 127019"/>
                <a:gd name="csX8" fmla="*/ 41659 w 103704"/>
                <a:gd name="csY8" fmla="*/ 127019 h 127019"/>
                <a:gd name="csX9" fmla="*/ 0 w 103704"/>
                <a:gd name="csY9" fmla="*/ 0 h 127019"/>
                <a:gd name="csX10" fmla="*/ 23045 w 103704"/>
                <a:gd name="csY10" fmla="*/ 0 h 127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3704" h="127019">
                  <a:moveTo>
                    <a:pt x="21273" y="0"/>
                  </a:moveTo>
                  <a:lnTo>
                    <a:pt x="42545" y="71448"/>
                  </a:lnTo>
                  <a:cubicBezTo>
                    <a:pt x="46091" y="82915"/>
                    <a:pt x="48750" y="92618"/>
                    <a:pt x="51409" y="104085"/>
                  </a:cubicBezTo>
                  <a:lnTo>
                    <a:pt x="51409" y="104085"/>
                  </a:lnTo>
                  <a:cubicBezTo>
                    <a:pt x="54068" y="93500"/>
                    <a:pt x="56727" y="82915"/>
                    <a:pt x="60273" y="71448"/>
                  </a:cubicBezTo>
                  <a:lnTo>
                    <a:pt x="81545" y="0"/>
                  </a:lnTo>
                  <a:lnTo>
                    <a:pt x="103705" y="0"/>
                  </a:lnTo>
                  <a:lnTo>
                    <a:pt x="61159" y="127019"/>
                  </a:lnTo>
                  <a:lnTo>
                    <a:pt x="41659" y="127019"/>
                  </a:lnTo>
                  <a:lnTo>
                    <a:pt x="0" y="0"/>
                  </a:lnTo>
                  <a:lnTo>
                    <a:pt x="23045" y="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9C992BC0-C702-A58F-AC36-F0DA5E39E71B}"/>
                </a:ext>
              </a:extLst>
            </p:cNvPr>
            <p:cNvSpPr/>
            <p:nvPr/>
          </p:nvSpPr>
          <p:spPr>
            <a:xfrm>
              <a:off x="1772488" y="12010062"/>
              <a:ext cx="112568" cy="179944"/>
            </a:xfrm>
            <a:custGeom>
              <a:avLst/>
              <a:gdLst>
                <a:gd name="csX0" fmla="*/ 20386 w 112568"/>
                <a:gd name="csY0" fmla="*/ 0 h 179944"/>
                <a:gd name="csX1" fmla="*/ 20386 w 112568"/>
                <a:gd name="csY1" fmla="*/ 109378 h 179944"/>
                <a:gd name="csX2" fmla="*/ 54954 w 112568"/>
                <a:gd name="csY2" fmla="*/ 161421 h 179944"/>
                <a:gd name="csX3" fmla="*/ 91295 w 112568"/>
                <a:gd name="csY3" fmla="*/ 109378 h 179944"/>
                <a:gd name="csX4" fmla="*/ 91295 w 112568"/>
                <a:gd name="csY4" fmla="*/ 0 h 179944"/>
                <a:gd name="csX5" fmla="*/ 112568 w 112568"/>
                <a:gd name="csY5" fmla="*/ 0 h 179944"/>
                <a:gd name="csX6" fmla="*/ 112568 w 112568"/>
                <a:gd name="csY6" fmla="*/ 106732 h 179944"/>
                <a:gd name="csX7" fmla="*/ 54954 w 112568"/>
                <a:gd name="csY7" fmla="*/ 179944 h 179944"/>
                <a:gd name="csX8" fmla="*/ 0 w 112568"/>
                <a:gd name="csY8" fmla="*/ 108496 h 179944"/>
                <a:gd name="csX9" fmla="*/ 0 w 112568"/>
                <a:gd name="csY9" fmla="*/ 0 h 179944"/>
                <a:gd name="csX10" fmla="*/ 21273 w 112568"/>
                <a:gd name="csY10" fmla="*/ 0 h 179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2568" h="179944">
                  <a:moveTo>
                    <a:pt x="20386" y="0"/>
                  </a:moveTo>
                  <a:lnTo>
                    <a:pt x="20386" y="109378"/>
                  </a:lnTo>
                  <a:cubicBezTo>
                    <a:pt x="20386" y="146425"/>
                    <a:pt x="35455" y="161421"/>
                    <a:pt x="54954" y="161421"/>
                  </a:cubicBezTo>
                  <a:cubicBezTo>
                    <a:pt x="74455" y="161421"/>
                    <a:pt x="91295" y="145543"/>
                    <a:pt x="91295" y="109378"/>
                  </a:cubicBezTo>
                  <a:lnTo>
                    <a:pt x="91295" y="0"/>
                  </a:lnTo>
                  <a:lnTo>
                    <a:pt x="112568" y="0"/>
                  </a:lnTo>
                  <a:lnTo>
                    <a:pt x="112568" y="106732"/>
                  </a:lnTo>
                  <a:cubicBezTo>
                    <a:pt x="112568" y="158774"/>
                    <a:pt x="87750" y="179944"/>
                    <a:pt x="54954" y="179944"/>
                  </a:cubicBezTo>
                  <a:cubicBezTo>
                    <a:pt x="22159" y="179944"/>
                    <a:pt x="0" y="160539"/>
                    <a:pt x="0" y="108496"/>
                  </a:cubicBezTo>
                  <a:lnTo>
                    <a:pt x="0" y="0"/>
                  </a:lnTo>
                  <a:lnTo>
                    <a:pt x="21273" y="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F9273CE-6FEB-7C0E-9C77-049433B13E3D}"/>
                </a:ext>
              </a:extLst>
            </p:cNvPr>
            <p:cNvSpPr/>
            <p:nvPr/>
          </p:nvSpPr>
          <p:spPr>
            <a:xfrm>
              <a:off x="1913420" y="12057695"/>
              <a:ext cx="95727" cy="129665"/>
            </a:xfrm>
            <a:custGeom>
              <a:avLst/>
              <a:gdLst>
                <a:gd name="csX0" fmla="*/ 886 w 95727"/>
                <a:gd name="csY0" fmla="*/ 36165 h 129665"/>
                <a:gd name="csX1" fmla="*/ 0 w 95727"/>
                <a:gd name="csY1" fmla="*/ 2646 h 129665"/>
                <a:gd name="csX2" fmla="*/ 18614 w 95727"/>
                <a:gd name="csY2" fmla="*/ 2646 h 129665"/>
                <a:gd name="csX3" fmla="*/ 18614 w 95727"/>
                <a:gd name="csY3" fmla="*/ 22052 h 129665"/>
                <a:gd name="csX4" fmla="*/ 20386 w 95727"/>
                <a:gd name="csY4" fmla="*/ 22052 h 129665"/>
                <a:gd name="csX5" fmla="*/ 56727 w 95727"/>
                <a:gd name="csY5" fmla="*/ 0 h 129665"/>
                <a:gd name="csX6" fmla="*/ 95727 w 95727"/>
                <a:gd name="csY6" fmla="*/ 51161 h 129665"/>
                <a:gd name="csX7" fmla="*/ 95727 w 95727"/>
                <a:gd name="csY7" fmla="*/ 129666 h 129665"/>
                <a:gd name="csX8" fmla="*/ 74454 w 95727"/>
                <a:gd name="csY8" fmla="*/ 129666 h 129665"/>
                <a:gd name="csX9" fmla="*/ 74454 w 95727"/>
                <a:gd name="csY9" fmla="*/ 53807 h 129665"/>
                <a:gd name="csX10" fmla="*/ 49636 w 95727"/>
                <a:gd name="csY10" fmla="*/ 18524 h 129665"/>
                <a:gd name="csX11" fmla="*/ 23045 w 95727"/>
                <a:gd name="csY11" fmla="*/ 41458 h 129665"/>
                <a:gd name="csX12" fmla="*/ 22159 w 95727"/>
                <a:gd name="csY12" fmla="*/ 52043 h 129665"/>
                <a:gd name="csX13" fmla="*/ 22159 w 95727"/>
                <a:gd name="csY13" fmla="*/ 129666 h 129665"/>
                <a:gd name="csX14" fmla="*/ 886 w 95727"/>
                <a:gd name="csY14" fmla="*/ 129666 h 129665"/>
                <a:gd name="csX15" fmla="*/ 886 w 95727"/>
                <a:gd name="csY15" fmla="*/ 36165 h 1296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5727" h="129665">
                  <a:moveTo>
                    <a:pt x="886" y="36165"/>
                  </a:moveTo>
                  <a:cubicBezTo>
                    <a:pt x="886" y="22052"/>
                    <a:pt x="886" y="12349"/>
                    <a:pt x="0" y="2646"/>
                  </a:cubicBezTo>
                  <a:lnTo>
                    <a:pt x="18614" y="2646"/>
                  </a:lnTo>
                  <a:lnTo>
                    <a:pt x="18614" y="22052"/>
                  </a:lnTo>
                  <a:lnTo>
                    <a:pt x="20386" y="22052"/>
                  </a:lnTo>
                  <a:cubicBezTo>
                    <a:pt x="26591" y="10585"/>
                    <a:pt x="39000" y="0"/>
                    <a:pt x="56727" y="0"/>
                  </a:cubicBezTo>
                  <a:cubicBezTo>
                    <a:pt x="74454" y="0"/>
                    <a:pt x="95727" y="11467"/>
                    <a:pt x="95727" y="51161"/>
                  </a:cubicBezTo>
                  <a:lnTo>
                    <a:pt x="95727" y="129666"/>
                  </a:lnTo>
                  <a:lnTo>
                    <a:pt x="74454" y="129666"/>
                  </a:lnTo>
                  <a:lnTo>
                    <a:pt x="74454" y="53807"/>
                  </a:lnTo>
                  <a:cubicBezTo>
                    <a:pt x="74454" y="35283"/>
                    <a:pt x="68250" y="18524"/>
                    <a:pt x="49636" y="18524"/>
                  </a:cubicBezTo>
                  <a:cubicBezTo>
                    <a:pt x="31023" y="18524"/>
                    <a:pt x="26591" y="28227"/>
                    <a:pt x="23045" y="41458"/>
                  </a:cubicBezTo>
                  <a:cubicBezTo>
                    <a:pt x="23045" y="44104"/>
                    <a:pt x="22159" y="48514"/>
                    <a:pt x="22159" y="52043"/>
                  </a:cubicBezTo>
                  <a:lnTo>
                    <a:pt x="22159" y="129666"/>
                  </a:lnTo>
                  <a:lnTo>
                    <a:pt x="886" y="129666"/>
                  </a:lnTo>
                  <a:lnTo>
                    <a:pt x="886" y="36165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D408AC0-AC01-CBB5-C602-5910D2CB1962}"/>
                </a:ext>
              </a:extLst>
            </p:cNvPr>
            <p:cNvSpPr/>
            <p:nvPr/>
          </p:nvSpPr>
          <p:spPr>
            <a:xfrm>
              <a:off x="2044602" y="12010062"/>
              <a:ext cx="26590" cy="177298"/>
            </a:xfrm>
            <a:custGeom>
              <a:avLst/>
              <a:gdLst>
                <a:gd name="csX0" fmla="*/ 12409 w 26590"/>
                <a:gd name="csY0" fmla="*/ 28227 h 177298"/>
                <a:gd name="csX1" fmla="*/ 0 w 26590"/>
                <a:gd name="csY1" fmla="*/ 14113 h 177298"/>
                <a:gd name="csX2" fmla="*/ 13295 w 26590"/>
                <a:gd name="csY2" fmla="*/ 0 h 177298"/>
                <a:gd name="csX3" fmla="*/ 26591 w 26590"/>
                <a:gd name="csY3" fmla="*/ 14113 h 177298"/>
                <a:gd name="csX4" fmla="*/ 13295 w 26590"/>
                <a:gd name="csY4" fmla="*/ 28227 h 177298"/>
                <a:gd name="csX5" fmla="*/ 13295 w 26590"/>
                <a:gd name="csY5" fmla="*/ 28227 h 177298"/>
                <a:gd name="csX6" fmla="*/ 2659 w 26590"/>
                <a:gd name="csY6" fmla="*/ 177298 h 177298"/>
                <a:gd name="csX7" fmla="*/ 2659 w 26590"/>
                <a:gd name="csY7" fmla="*/ 50279 h 177298"/>
                <a:gd name="csX8" fmla="*/ 23932 w 26590"/>
                <a:gd name="csY8" fmla="*/ 50279 h 177298"/>
                <a:gd name="csX9" fmla="*/ 23932 w 26590"/>
                <a:gd name="csY9" fmla="*/ 177298 h 177298"/>
                <a:gd name="csX10" fmla="*/ 2659 w 26590"/>
                <a:gd name="csY10" fmla="*/ 177298 h 17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6590" h="177298">
                  <a:moveTo>
                    <a:pt x="12409" y="28227"/>
                  </a:moveTo>
                  <a:cubicBezTo>
                    <a:pt x="4432" y="28227"/>
                    <a:pt x="0" y="22052"/>
                    <a:pt x="0" y="14113"/>
                  </a:cubicBezTo>
                  <a:cubicBezTo>
                    <a:pt x="0" y="6175"/>
                    <a:pt x="5318" y="0"/>
                    <a:pt x="13295" y="0"/>
                  </a:cubicBezTo>
                  <a:cubicBezTo>
                    <a:pt x="21273" y="0"/>
                    <a:pt x="26591" y="6175"/>
                    <a:pt x="26591" y="14113"/>
                  </a:cubicBezTo>
                  <a:cubicBezTo>
                    <a:pt x="26591" y="22052"/>
                    <a:pt x="21273" y="28227"/>
                    <a:pt x="13295" y="28227"/>
                  </a:cubicBezTo>
                  <a:lnTo>
                    <a:pt x="13295" y="28227"/>
                  </a:lnTo>
                  <a:close/>
                  <a:moveTo>
                    <a:pt x="2659" y="177298"/>
                  </a:moveTo>
                  <a:lnTo>
                    <a:pt x="2659" y="50279"/>
                  </a:lnTo>
                  <a:lnTo>
                    <a:pt x="23932" y="50279"/>
                  </a:lnTo>
                  <a:lnTo>
                    <a:pt x="23932" y="177298"/>
                  </a:lnTo>
                  <a:lnTo>
                    <a:pt x="2659" y="177298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203E2AB-1E70-BB5B-0577-A88954304CD0}"/>
                </a:ext>
              </a:extLst>
            </p:cNvPr>
            <p:cNvSpPr/>
            <p:nvPr/>
          </p:nvSpPr>
          <p:spPr>
            <a:xfrm>
              <a:off x="2094238" y="12059459"/>
              <a:ext cx="103704" cy="127019"/>
            </a:xfrm>
            <a:custGeom>
              <a:avLst/>
              <a:gdLst>
                <a:gd name="csX0" fmla="*/ 21273 w 103704"/>
                <a:gd name="csY0" fmla="*/ 0 h 127019"/>
                <a:gd name="csX1" fmla="*/ 42545 w 103704"/>
                <a:gd name="csY1" fmla="*/ 71448 h 127019"/>
                <a:gd name="csX2" fmla="*/ 51409 w 103704"/>
                <a:gd name="csY2" fmla="*/ 104085 h 127019"/>
                <a:gd name="csX3" fmla="*/ 51409 w 103704"/>
                <a:gd name="csY3" fmla="*/ 104085 h 127019"/>
                <a:gd name="csX4" fmla="*/ 60273 w 103704"/>
                <a:gd name="csY4" fmla="*/ 71448 h 127019"/>
                <a:gd name="csX5" fmla="*/ 81545 w 103704"/>
                <a:gd name="csY5" fmla="*/ 0 h 127019"/>
                <a:gd name="csX6" fmla="*/ 103704 w 103704"/>
                <a:gd name="csY6" fmla="*/ 0 h 127019"/>
                <a:gd name="csX7" fmla="*/ 61159 w 103704"/>
                <a:gd name="csY7" fmla="*/ 127019 h 127019"/>
                <a:gd name="csX8" fmla="*/ 41659 w 103704"/>
                <a:gd name="csY8" fmla="*/ 127019 h 127019"/>
                <a:gd name="csX9" fmla="*/ 0 w 103704"/>
                <a:gd name="csY9" fmla="*/ 0 h 127019"/>
                <a:gd name="csX10" fmla="*/ 23045 w 103704"/>
                <a:gd name="csY10" fmla="*/ 0 h 127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3704" h="127019">
                  <a:moveTo>
                    <a:pt x="21273" y="0"/>
                  </a:moveTo>
                  <a:lnTo>
                    <a:pt x="42545" y="71448"/>
                  </a:lnTo>
                  <a:cubicBezTo>
                    <a:pt x="46091" y="82915"/>
                    <a:pt x="48750" y="92618"/>
                    <a:pt x="51409" y="104085"/>
                  </a:cubicBezTo>
                  <a:lnTo>
                    <a:pt x="51409" y="104085"/>
                  </a:lnTo>
                  <a:cubicBezTo>
                    <a:pt x="54068" y="93500"/>
                    <a:pt x="56727" y="82915"/>
                    <a:pt x="60273" y="71448"/>
                  </a:cubicBezTo>
                  <a:lnTo>
                    <a:pt x="81545" y="0"/>
                  </a:lnTo>
                  <a:lnTo>
                    <a:pt x="103704" y="0"/>
                  </a:lnTo>
                  <a:lnTo>
                    <a:pt x="61159" y="127019"/>
                  </a:lnTo>
                  <a:lnTo>
                    <a:pt x="41659" y="127019"/>
                  </a:lnTo>
                  <a:lnTo>
                    <a:pt x="0" y="0"/>
                  </a:lnTo>
                  <a:lnTo>
                    <a:pt x="23045" y="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A61B54DD-7DAF-D659-02B4-02D4A6E8F8EF}"/>
                </a:ext>
              </a:extLst>
            </p:cNvPr>
            <p:cNvSpPr/>
            <p:nvPr/>
          </p:nvSpPr>
          <p:spPr>
            <a:xfrm>
              <a:off x="2213011" y="12055930"/>
              <a:ext cx="97499" cy="132311"/>
            </a:xfrm>
            <a:custGeom>
              <a:avLst/>
              <a:gdLst>
                <a:gd name="csX0" fmla="*/ 20386 w 97499"/>
                <a:gd name="csY0" fmla="*/ 70566 h 132311"/>
                <a:gd name="csX1" fmla="*/ 58500 w 97499"/>
                <a:gd name="csY1" fmla="*/ 115552 h 132311"/>
                <a:gd name="csX2" fmla="*/ 87750 w 97499"/>
                <a:gd name="csY2" fmla="*/ 109378 h 132311"/>
                <a:gd name="csX3" fmla="*/ 91295 w 97499"/>
                <a:gd name="csY3" fmla="*/ 125255 h 132311"/>
                <a:gd name="csX4" fmla="*/ 54954 w 97499"/>
                <a:gd name="csY4" fmla="*/ 132312 h 132311"/>
                <a:gd name="csX5" fmla="*/ 0 w 97499"/>
                <a:gd name="csY5" fmla="*/ 67920 h 132311"/>
                <a:gd name="csX6" fmla="*/ 52295 w 97499"/>
                <a:gd name="csY6" fmla="*/ 0 h 132311"/>
                <a:gd name="csX7" fmla="*/ 97500 w 97499"/>
                <a:gd name="csY7" fmla="*/ 59099 h 132311"/>
                <a:gd name="csX8" fmla="*/ 97500 w 97499"/>
                <a:gd name="csY8" fmla="*/ 70566 h 132311"/>
                <a:gd name="csX9" fmla="*/ 21273 w 97499"/>
                <a:gd name="csY9" fmla="*/ 70566 h 132311"/>
                <a:gd name="csX10" fmla="*/ 77114 w 97499"/>
                <a:gd name="csY10" fmla="*/ 54689 h 132311"/>
                <a:gd name="csX11" fmla="*/ 50523 w 97499"/>
                <a:gd name="csY11" fmla="*/ 17642 h 132311"/>
                <a:gd name="csX12" fmla="*/ 21273 w 97499"/>
                <a:gd name="csY12" fmla="*/ 54689 h 132311"/>
                <a:gd name="csX13" fmla="*/ 78000 w 97499"/>
                <a:gd name="csY13" fmla="*/ 54689 h 132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97499" h="132311">
                  <a:moveTo>
                    <a:pt x="20386" y="70566"/>
                  </a:moveTo>
                  <a:cubicBezTo>
                    <a:pt x="20386" y="104085"/>
                    <a:pt x="38114" y="115552"/>
                    <a:pt x="58500" y="115552"/>
                  </a:cubicBezTo>
                  <a:cubicBezTo>
                    <a:pt x="78886" y="115552"/>
                    <a:pt x="81545" y="112906"/>
                    <a:pt x="87750" y="109378"/>
                  </a:cubicBezTo>
                  <a:lnTo>
                    <a:pt x="91295" y="125255"/>
                  </a:lnTo>
                  <a:cubicBezTo>
                    <a:pt x="84205" y="128784"/>
                    <a:pt x="71795" y="132312"/>
                    <a:pt x="54954" y="132312"/>
                  </a:cubicBezTo>
                  <a:cubicBezTo>
                    <a:pt x="20386" y="132312"/>
                    <a:pt x="0" y="106732"/>
                    <a:pt x="0" y="67920"/>
                  </a:cubicBezTo>
                  <a:cubicBezTo>
                    <a:pt x="0" y="29109"/>
                    <a:pt x="20386" y="0"/>
                    <a:pt x="52295" y="0"/>
                  </a:cubicBezTo>
                  <a:cubicBezTo>
                    <a:pt x="84205" y="0"/>
                    <a:pt x="97500" y="33519"/>
                    <a:pt x="97500" y="59099"/>
                  </a:cubicBezTo>
                  <a:cubicBezTo>
                    <a:pt x="97500" y="84680"/>
                    <a:pt x="97500" y="67920"/>
                    <a:pt x="97500" y="70566"/>
                  </a:cubicBezTo>
                  <a:lnTo>
                    <a:pt x="21273" y="70566"/>
                  </a:lnTo>
                  <a:close/>
                  <a:moveTo>
                    <a:pt x="77114" y="54689"/>
                  </a:moveTo>
                  <a:cubicBezTo>
                    <a:pt x="77114" y="37047"/>
                    <a:pt x="70909" y="17642"/>
                    <a:pt x="50523" y="17642"/>
                  </a:cubicBezTo>
                  <a:cubicBezTo>
                    <a:pt x="30136" y="17642"/>
                    <a:pt x="22159" y="38812"/>
                    <a:pt x="21273" y="54689"/>
                  </a:cubicBezTo>
                  <a:lnTo>
                    <a:pt x="78000" y="54689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6F27B558-DC89-D8A1-E12C-F3FF05CFFD04}"/>
                </a:ext>
              </a:extLst>
            </p:cNvPr>
            <p:cNvSpPr/>
            <p:nvPr/>
          </p:nvSpPr>
          <p:spPr>
            <a:xfrm>
              <a:off x="2340647" y="12056813"/>
              <a:ext cx="58526" cy="130547"/>
            </a:xfrm>
            <a:custGeom>
              <a:avLst/>
              <a:gdLst>
                <a:gd name="csX0" fmla="*/ 886 w 58526"/>
                <a:gd name="csY0" fmla="*/ 40576 h 130547"/>
                <a:gd name="csX1" fmla="*/ 0 w 58526"/>
                <a:gd name="csY1" fmla="*/ 2646 h 130547"/>
                <a:gd name="csX2" fmla="*/ 18614 w 58526"/>
                <a:gd name="csY2" fmla="*/ 2646 h 130547"/>
                <a:gd name="csX3" fmla="*/ 18614 w 58526"/>
                <a:gd name="csY3" fmla="*/ 26462 h 130547"/>
                <a:gd name="csX4" fmla="*/ 20386 w 58526"/>
                <a:gd name="csY4" fmla="*/ 26462 h 130547"/>
                <a:gd name="csX5" fmla="*/ 51409 w 58526"/>
                <a:gd name="csY5" fmla="*/ 0 h 130547"/>
                <a:gd name="csX6" fmla="*/ 56727 w 58526"/>
                <a:gd name="csY6" fmla="*/ 0 h 130547"/>
                <a:gd name="csX7" fmla="*/ 56727 w 58526"/>
                <a:gd name="csY7" fmla="*/ 21170 h 130547"/>
                <a:gd name="csX8" fmla="*/ 50523 w 58526"/>
                <a:gd name="csY8" fmla="*/ 21170 h 130547"/>
                <a:gd name="csX9" fmla="*/ 23045 w 58526"/>
                <a:gd name="csY9" fmla="*/ 50279 h 130547"/>
                <a:gd name="csX10" fmla="*/ 23045 w 58526"/>
                <a:gd name="csY10" fmla="*/ 61746 h 130547"/>
                <a:gd name="csX11" fmla="*/ 23045 w 58526"/>
                <a:gd name="csY11" fmla="*/ 130548 h 130547"/>
                <a:gd name="csX12" fmla="*/ 1773 w 58526"/>
                <a:gd name="csY12" fmla="*/ 130548 h 130547"/>
                <a:gd name="csX13" fmla="*/ 1773 w 58526"/>
                <a:gd name="csY13" fmla="*/ 40576 h 130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58526" h="130547">
                  <a:moveTo>
                    <a:pt x="886" y="40576"/>
                  </a:moveTo>
                  <a:cubicBezTo>
                    <a:pt x="886" y="26462"/>
                    <a:pt x="886" y="14113"/>
                    <a:pt x="0" y="2646"/>
                  </a:cubicBezTo>
                  <a:lnTo>
                    <a:pt x="18614" y="2646"/>
                  </a:lnTo>
                  <a:lnTo>
                    <a:pt x="18614" y="26462"/>
                  </a:lnTo>
                  <a:lnTo>
                    <a:pt x="20386" y="26462"/>
                  </a:lnTo>
                  <a:cubicBezTo>
                    <a:pt x="25704" y="10585"/>
                    <a:pt x="38114" y="0"/>
                    <a:pt x="51409" y="0"/>
                  </a:cubicBezTo>
                  <a:cubicBezTo>
                    <a:pt x="64705" y="0"/>
                    <a:pt x="54954" y="0"/>
                    <a:pt x="56727" y="0"/>
                  </a:cubicBezTo>
                  <a:lnTo>
                    <a:pt x="56727" y="21170"/>
                  </a:lnTo>
                  <a:cubicBezTo>
                    <a:pt x="54954" y="21170"/>
                    <a:pt x="53182" y="21170"/>
                    <a:pt x="50523" y="21170"/>
                  </a:cubicBezTo>
                  <a:cubicBezTo>
                    <a:pt x="36341" y="21170"/>
                    <a:pt x="25704" y="33519"/>
                    <a:pt x="23045" y="50279"/>
                  </a:cubicBezTo>
                  <a:cubicBezTo>
                    <a:pt x="23045" y="53807"/>
                    <a:pt x="23045" y="57335"/>
                    <a:pt x="23045" y="61746"/>
                  </a:cubicBezTo>
                  <a:lnTo>
                    <a:pt x="23045" y="130548"/>
                  </a:lnTo>
                  <a:lnTo>
                    <a:pt x="1773" y="130548"/>
                  </a:lnTo>
                  <a:lnTo>
                    <a:pt x="1773" y="40576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7B5D30B-B365-A01E-4662-42C006DB323F}"/>
                </a:ext>
              </a:extLst>
            </p:cNvPr>
            <p:cNvSpPr/>
            <p:nvPr/>
          </p:nvSpPr>
          <p:spPr>
            <a:xfrm>
              <a:off x="2415988" y="12058577"/>
              <a:ext cx="73568" cy="131429"/>
            </a:xfrm>
            <a:custGeom>
              <a:avLst/>
              <a:gdLst>
                <a:gd name="csX0" fmla="*/ 3545 w 73568"/>
                <a:gd name="csY0" fmla="*/ 105850 h 131429"/>
                <a:gd name="csX1" fmla="*/ 30136 w 73568"/>
                <a:gd name="csY1" fmla="*/ 114670 h 131429"/>
                <a:gd name="csX2" fmla="*/ 52295 w 73568"/>
                <a:gd name="csY2" fmla="*/ 96147 h 131429"/>
                <a:gd name="csX3" fmla="*/ 31909 w 73568"/>
                <a:gd name="csY3" fmla="*/ 72331 h 131429"/>
                <a:gd name="csX4" fmla="*/ 1773 w 73568"/>
                <a:gd name="csY4" fmla="*/ 36165 h 131429"/>
                <a:gd name="csX5" fmla="*/ 41659 w 73568"/>
                <a:gd name="csY5" fmla="*/ 0 h 131429"/>
                <a:gd name="csX6" fmla="*/ 69136 w 73568"/>
                <a:gd name="csY6" fmla="*/ 7057 h 131429"/>
                <a:gd name="csX7" fmla="*/ 63818 w 73568"/>
                <a:gd name="csY7" fmla="*/ 22934 h 131429"/>
                <a:gd name="csX8" fmla="*/ 41659 w 73568"/>
                <a:gd name="csY8" fmla="*/ 15877 h 131429"/>
                <a:gd name="csX9" fmla="*/ 23045 w 73568"/>
                <a:gd name="csY9" fmla="*/ 32637 h 131429"/>
                <a:gd name="csX10" fmla="*/ 43432 w 73568"/>
                <a:gd name="csY10" fmla="*/ 54689 h 131429"/>
                <a:gd name="csX11" fmla="*/ 73568 w 73568"/>
                <a:gd name="csY11" fmla="*/ 93501 h 131429"/>
                <a:gd name="csX12" fmla="*/ 31023 w 73568"/>
                <a:gd name="csY12" fmla="*/ 131430 h 131429"/>
                <a:gd name="csX13" fmla="*/ 0 w 73568"/>
                <a:gd name="csY13" fmla="*/ 122609 h 131429"/>
                <a:gd name="csX14" fmla="*/ 5318 w 73568"/>
                <a:gd name="csY14" fmla="*/ 105850 h 1314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3568" h="131429">
                  <a:moveTo>
                    <a:pt x="3545" y="105850"/>
                  </a:moveTo>
                  <a:cubicBezTo>
                    <a:pt x="9750" y="109378"/>
                    <a:pt x="19500" y="114670"/>
                    <a:pt x="30136" y="114670"/>
                  </a:cubicBezTo>
                  <a:cubicBezTo>
                    <a:pt x="44318" y="114670"/>
                    <a:pt x="52295" y="106732"/>
                    <a:pt x="52295" y="96147"/>
                  </a:cubicBezTo>
                  <a:cubicBezTo>
                    <a:pt x="52295" y="85562"/>
                    <a:pt x="46977" y="79387"/>
                    <a:pt x="31909" y="72331"/>
                  </a:cubicBezTo>
                  <a:cubicBezTo>
                    <a:pt x="11523" y="63510"/>
                    <a:pt x="1773" y="51161"/>
                    <a:pt x="1773" y="36165"/>
                  </a:cubicBezTo>
                  <a:cubicBezTo>
                    <a:pt x="1773" y="21170"/>
                    <a:pt x="17727" y="0"/>
                    <a:pt x="41659" y="0"/>
                  </a:cubicBezTo>
                  <a:cubicBezTo>
                    <a:pt x="65591" y="0"/>
                    <a:pt x="62932" y="3528"/>
                    <a:pt x="69136" y="7057"/>
                  </a:cubicBezTo>
                  <a:lnTo>
                    <a:pt x="63818" y="22934"/>
                  </a:lnTo>
                  <a:cubicBezTo>
                    <a:pt x="59386" y="19406"/>
                    <a:pt x="51409" y="15877"/>
                    <a:pt x="41659" y="15877"/>
                  </a:cubicBezTo>
                  <a:cubicBezTo>
                    <a:pt x="31909" y="15877"/>
                    <a:pt x="23045" y="23816"/>
                    <a:pt x="23045" y="32637"/>
                  </a:cubicBezTo>
                  <a:cubicBezTo>
                    <a:pt x="23045" y="41458"/>
                    <a:pt x="29250" y="47632"/>
                    <a:pt x="43432" y="54689"/>
                  </a:cubicBezTo>
                  <a:cubicBezTo>
                    <a:pt x="62045" y="63510"/>
                    <a:pt x="73568" y="74095"/>
                    <a:pt x="73568" y="93501"/>
                  </a:cubicBezTo>
                  <a:cubicBezTo>
                    <a:pt x="73568" y="112906"/>
                    <a:pt x="56727" y="131430"/>
                    <a:pt x="31023" y="131430"/>
                  </a:cubicBezTo>
                  <a:cubicBezTo>
                    <a:pt x="5318" y="131430"/>
                    <a:pt x="7091" y="127902"/>
                    <a:pt x="0" y="122609"/>
                  </a:cubicBezTo>
                  <a:lnTo>
                    <a:pt x="5318" y="105850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31A6B74-7D07-3AD4-35BA-6B10EC465EEE}"/>
                </a:ext>
              </a:extLst>
            </p:cNvPr>
            <p:cNvSpPr/>
            <p:nvPr/>
          </p:nvSpPr>
          <p:spPr>
            <a:xfrm>
              <a:off x="2517033" y="12010062"/>
              <a:ext cx="26590" cy="177298"/>
            </a:xfrm>
            <a:custGeom>
              <a:avLst/>
              <a:gdLst>
                <a:gd name="csX0" fmla="*/ 12409 w 26590"/>
                <a:gd name="csY0" fmla="*/ 28227 h 177298"/>
                <a:gd name="csX1" fmla="*/ 0 w 26590"/>
                <a:gd name="csY1" fmla="*/ 14113 h 177298"/>
                <a:gd name="csX2" fmla="*/ 13295 w 26590"/>
                <a:gd name="csY2" fmla="*/ 0 h 177298"/>
                <a:gd name="csX3" fmla="*/ 26591 w 26590"/>
                <a:gd name="csY3" fmla="*/ 14113 h 177298"/>
                <a:gd name="csX4" fmla="*/ 13295 w 26590"/>
                <a:gd name="csY4" fmla="*/ 28227 h 177298"/>
                <a:gd name="csX5" fmla="*/ 13295 w 26590"/>
                <a:gd name="csY5" fmla="*/ 28227 h 177298"/>
                <a:gd name="csX6" fmla="*/ 1773 w 26590"/>
                <a:gd name="csY6" fmla="*/ 177298 h 177298"/>
                <a:gd name="csX7" fmla="*/ 1773 w 26590"/>
                <a:gd name="csY7" fmla="*/ 50279 h 177298"/>
                <a:gd name="csX8" fmla="*/ 23045 w 26590"/>
                <a:gd name="csY8" fmla="*/ 50279 h 177298"/>
                <a:gd name="csX9" fmla="*/ 23045 w 26590"/>
                <a:gd name="csY9" fmla="*/ 177298 h 177298"/>
                <a:gd name="csX10" fmla="*/ 1773 w 26590"/>
                <a:gd name="csY10" fmla="*/ 177298 h 17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6590" h="177298">
                  <a:moveTo>
                    <a:pt x="12409" y="28227"/>
                  </a:moveTo>
                  <a:cubicBezTo>
                    <a:pt x="4432" y="28227"/>
                    <a:pt x="0" y="22052"/>
                    <a:pt x="0" y="14113"/>
                  </a:cubicBezTo>
                  <a:cubicBezTo>
                    <a:pt x="0" y="6175"/>
                    <a:pt x="5318" y="0"/>
                    <a:pt x="13295" y="0"/>
                  </a:cubicBezTo>
                  <a:cubicBezTo>
                    <a:pt x="21273" y="0"/>
                    <a:pt x="26591" y="6175"/>
                    <a:pt x="26591" y="14113"/>
                  </a:cubicBezTo>
                  <a:cubicBezTo>
                    <a:pt x="26591" y="22052"/>
                    <a:pt x="21273" y="28227"/>
                    <a:pt x="13295" y="28227"/>
                  </a:cubicBezTo>
                  <a:lnTo>
                    <a:pt x="13295" y="28227"/>
                  </a:lnTo>
                  <a:close/>
                  <a:moveTo>
                    <a:pt x="1773" y="177298"/>
                  </a:moveTo>
                  <a:lnTo>
                    <a:pt x="1773" y="50279"/>
                  </a:lnTo>
                  <a:lnTo>
                    <a:pt x="23045" y="50279"/>
                  </a:lnTo>
                  <a:lnTo>
                    <a:pt x="23045" y="177298"/>
                  </a:lnTo>
                  <a:lnTo>
                    <a:pt x="1773" y="177298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38171074-AF1F-E05C-8626-8BE52260E491}"/>
                </a:ext>
              </a:extLst>
            </p:cNvPr>
            <p:cNvSpPr/>
            <p:nvPr/>
          </p:nvSpPr>
          <p:spPr>
            <a:xfrm>
              <a:off x="2566670" y="12029468"/>
              <a:ext cx="67363" cy="159656"/>
            </a:xfrm>
            <a:custGeom>
              <a:avLst/>
              <a:gdLst>
                <a:gd name="csX0" fmla="*/ 38114 w 67363"/>
                <a:gd name="csY0" fmla="*/ 0 h 159656"/>
                <a:gd name="csX1" fmla="*/ 38114 w 67363"/>
                <a:gd name="csY1" fmla="*/ 29991 h 159656"/>
                <a:gd name="csX2" fmla="*/ 67364 w 67363"/>
                <a:gd name="csY2" fmla="*/ 29991 h 159656"/>
                <a:gd name="csX3" fmla="*/ 67364 w 67363"/>
                <a:gd name="csY3" fmla="*/ 46750 h 159656"/>
                <a:gd name="csX4" fmla="*/ 38114 w 67363"/>
                <a:gd name="csY4" fmla="*/ 46750 h 159656"/>
                <a:gd name="csX5" fmla="*/ 38114 w 67363"/>
                <a:gd name="csY5" fmla="*/ 117317 h 159656"/>
                <a:gd name="csX6" fmla="*/ 54068 w 67363"/>
                <a:gd name="csY6" fmla="*/ 141133 h 159656"/>
                <a:gd name="csX7" fmla="*/ 65591 w 67363"/>
                <a:gd name="csY7" fmla="*/ 140251 h 159656"/>
                <a:gd name="csX8" fmla="*/ 65591 w 67363"/>
                <a:gd name="csY8" fmla="*/ 157010 h 159656"/>
                <a:gd name="csX9" fmla="*/ 47864 w 67363"/>
                <a:gd name="csY9" fmla="*/ 159656 h 159656"/>
                <a:gd name="csX10" fmla="*/ 25704 w 67363"/>
                <a:gd name="csY10" fmla="*/ 150836 h 159656"/>
                <a:gd name="csX11" fmla="*/ 17727 w 67363"/>
                <a:gd name="csY11" fmla="*/ 118199 h 159656"/>
                <a:gd name="csX12" fmla="*/ 17727 w 67363"/>
                <a:gd name="csY12" fmla="*/ 47632 h 159656"/>
                <a:gd name="csX13" fmla="*/ 0 w 67363"/>
                <a:gd name="csY13" fmla="*/ 47632 h 159656"/>
                <a:gd name="csX14" fmla="*/ 0 w 67363"/>
                <a:gd name="csY14" fmla="*/ 30873 h 159656"/>
                <a:gd name="csX15" fmla="*/ 17727 w 67363"/>
                <a:gd name="csY15" fmla="*/ 30873 h 159656"/>
                <a:gd name="csX16" fmla="*/ 17727 w 67363"/>
                <a:gd name="csY16" fmla="*/ 7939 h 159656"/>
                <a:gd name="csX17" fmla="*/ 39000 w 67363"/>
                <a:gd name="csY17" fmla="*/ 882 h 15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7363" h="159656">
                  <a:moveTo>
                    <a:pt x="38114" y="0"/>
                  </a:moveTo>
                  <a:lnTo>
                    <a:pt x="38114" y="29991"/>
                  </a:lnTo>
                  <a:lnTo>
                    <a:pt x="67364" y="29991"/>
                  </a:lnTo>
                  <a:lnTo>
                    <a:pt x="67364" y="46750"/>
                  </a:lnTo>
                  <a:lnTo>
                    <a:pt x="38114" y="46750"/>
                  </a:lnTo>
                  <a:lnTo>
                    <a:pt x="38114" y="117317"/>
                  </a:lnTo>
                  <a:cubicBezTo>
                    <a:pt x="38114" y="133194"/>
                    <a:pt x="42545" y="141133"/>
                    <a:pt x="54068" y="141133"/>
                  </a:cubicBezTo>
                  <a:cubicBezTo>
                    <a:pt x="65591" y="141133"/>
                    <a:pt x="62045" y="141133"/>
                    <a:pt x="65591" y="140251"/>
                  </a:cubicBezTo>
                  <a:lnTo>
                    <a:pt x="65591" y="157010"/>
                  </a:lnTo>
                  <a:cubicBezTo>
                    <a:pt x="62045" y="158774"/>
                    <a:pt x="56727" y="159656"/>
                    <a:pt x="47864" y="159656"/>
                  </a:cubicBezTo>
                  <a:cubicBezTo>
                    <a:pt x="39000" y="159656"/>
                    <a:pt x="30136" y="156128"/>
                    <a:pt x="25704" y="150836"/>
                  </a:cubicBezTo>
                  <a:cubicBezTo>
                    <a:pt x="20386" y="144661"/>
                    <a:pt x="17727" y="134076"/>
                    <a:pt x="17727" y="118199"/>
                  </a:cubicBezTo>
                  <a:lnTo>
                    <a:pt x="17727" y="47632"/>
                  </a:lnTo>
                  <a:lnTo>
                    <a:pt x="0" y="47632"/>
                  </a:lnTo>
                  <a:lnTo>
                    <a:pt x="0" y="30873"/>
                  </a:lnTo>
                  <a:lnTo>
                    <a:pt x="17727" y="30873"/>
                  </a:lnTo>
                  <a:lnTo>
                    <a:pt x="17727" y="7939"/>
                  </a:lnTo>
                  <a:lnTo>
                    <a:pt x="39000" y="882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EA90B383-69E4-4014-7E2B-49699006E049}"/>
                </a:ext>
              </a:extLst>
            </p:cNvPr>
            <p:cNvSpPr/>
            <p:nvPr/>
          </p:nvSpPr>
          <p:spPr>
            <a:xfrm>
              <a:off x="2649988" y="12059459"/>
              <a:ext cx="104590" cy="185236"/>
            </a:xfrm>
            <a:custGeom>
              <a:avLst/>
              <a:gdLst>
                <a:gd name="csX0" fmla="*/ 23045 w 104590"/>
                <a:gd name="csY0" fmla="*/ 0 h 185236"/>
                <a:gd name="csX1" fmla="*/ 46977 w 104590"/>
                <a:gd name="csY1" fmla="*/ 74977 h 185236"/>
                <a:gd name="csX2" fmla="*/ 54068 w 104590"/>
                <a:gd name="csY2" fmla="*/ 101439 h 185236"/>
                <a:gd name="csX3" fmla="*/ 54068 w 104590"/>
                <a:gd name="csY3" fmla="*/ 101439 h 185236"/>
                <a:gd name="csX4" fmla="*/ 61159 w 104590"/>
                <a:gd name="csY4" fmla="*/ 74977 h 185236"/>
                <a:gd name="csX5" fmla="*/ 82432 w 104590"/>
                <a:gd name="csY5" fmla="*/ 882 h 185236"/>
                <a:gd name="csX6" fmla="*/ 104591 w 104590"/>
                <a:gd name="csY6" fmla="*/ 882 h 185236"/>
                <a:gd name="csX7" fmla="*/ 75341 w 104590"/>
                <a:gd name="csY7" fmla="*/ 89090 h 185236"/>
                <a:gd name="csX8" fmla="*/ 37227 w 104590"/>
                <a:gd name="csY8" fmla="*/ 169359 h 185236"/>
                <a:gd name="csX9" fmla="*/ 11523 w 104590"/>
                <a:gd name="csY9" fmla="*/ 185237 h 185236"/>
                <a:gd name="csX10" fmla="*/ 5318 w 104590"/>
                <a:gd name="csY10" fmla="*/ 166713 h 185236"/>
                <a:gd name="csX11" fmla="*/ 23932 w 104590"/>
                <a:gd name="csY11" fmla="*/ 154364 h 185236"/>
                <a:gd name="csX12" fmla="*/ 39886 w 104590"/>
                <a:gd name="csY12" fmla="*/ 129666 h 185236"/>
                <a:gd name="csX13" fmla="*/ 41659 w 104590"/>
                <a:gd name="csY13" fmla="*/ 123491 h 185236"/>
                <a:gd name="csX14" fmla="*/ 40773 w 104590"/>
                <a:gd name="csY14" fmla="*/ 118199 h 185236"/>
                <a:gd name="csX15" fmla="*/ 0 w 104590"/>
                <a:gd name="csY15" fmla="*/ 882 h 185236"/>
                <a:gd name="csX16" fmla="*/ 23045 w 104590"/>
                <a:gd name="csY16" fmla="*/ 882 h 185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4590" h="185236">
                  <a:moveTo>
                    <a:pt x="23045" y="0"/>
                  </a:moveTo>
                  <a:lnTo>
                    <a:pt x="46977" y="74977"/>
                  </a:lnTo>
                  <a:cubicBezTo>
                    <a:pt x="49636" y="83798"/>
                    <a:pt x="52296" y="93500"/>
                    <a:pt x="54068" y="101439"/>
                  </a:cubicBezTo>
                  <a:lnTo>
                    <a:pt x="54068" y="101439"/>
                  </a:lnTo>
                  <a:cubicBezTo>
                    <a:pt x="55841" y="93500"/>
                    <a:pt x="58500" y="83798"/>
                    <a:pt x="61159" y="74977"/>
                  </a:cubicBezTo>
                  <a:lnTo>
                    <a:pt x="82432" y="882"/>
                  </a:lnTo>
                  <a:lnTo>
                    <a:pt x="104591" y="882"/>
                  </a:lnTo>
                  <a:lnTo>
                    <a:pt x="75341" y="89090"/>
                  </a:lnTo>
                  <a:cubicBezTo>
                    <a:pt x="62045" y="129666"/>
                    <a:pt x="51409" y="154364"/>
                    <a:pt x="37227" y="169359"/>
                  </a:cubicBezTo>
                  <a:cubicBezTo>
                    <a:pt x="26591" y="179944"/>
                    <a:pt x="16841" y="184355"/>
                    <a:pt x="11523" y="185237"/>
                  </a:cubicBezTo>
                  <a:lnTo>
                    <a:pt x="5318" y="166713"/>
                  </a:lnTo>
                  <a:cubicBezTo>
                    <a:pt x="10636" y="164067"/>
                    <a:pt x="17727" y="160539"/>
                    <a:pt x="23932" y="154364"/>
                  </a:cubicBezTo>
                  <a:cubicBezTo>
                    <a:pt x="29250" y="148189"/>
                    <a:pt x="35455" y="140251"/>
                    <a:pt x="39886" y="129666"/>
                  </a:cubicBezTo>
                  <a:cubicBezTo>
                    <a:pt x="40773" y="127019"/>
                    <a:pt x="41659" y="125255"/>
                    <a:pt x="41659" y="123491"/>
                  </a:cubicBezTo>
                  <a:cubicBezTo>
                    <a:pt x="41659" y="121727"/>
                    <a:pt x="41659" y="119963"/>
                    <a:pt x="40773" y="118199"/>
                  </a:cubicBezTo>
                  <a:lnTo>
                    <a:pt x="0" y="882"/>
                  </a:lnTo>
                  <a:lnTo>
                    <a:pt x="23045" y="882"/>
                  </a:lnTo>
                  <a:close/>
                </a:path>
              </a:pathLst>
            </a:custGeom>
            <a:solidFill>
              <a:srgbClr val="1D1D1B"/>
            </a:solidFill>
            <a:ln w="8855" cap="flat">
              <a:noFill/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pic>
        <p:nvPicPr>
          <p:cNvPr id="141" name="Graphic 140">
            <a:extLst>
              <a:ext uri="{FF2B5EF4-FFF2-40B4-BE49-F238E27FC236}">
                <a16:creationId xmlns:a16="http://schemas.microsoft.com/office/drawing/2014/main" id="{8F95D893-DD11-B3D1-EC77-08A5B0FBE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92940" y="17206484"/>
            <a:ext cx="3655103" cy="928853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41115FEA-9F46-DF07-9A6D-BD6706970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080170" y="17129766"/>
            <a:ext cx="5796815" cy="1005571"/>
          </a:xfrm>
          <a:prstGeom prst="rect">
            <a:avLst/>
          </a:prstGeom>
        </p:spPr>
      </p:pic>
      <p:grpSp>
        <p:nvGrpSpPr>
          <p:cNvPr id="145" name="Graphic 142">
            <a:extLst>
              <a:ext uri="{FF2B5EF4-FFF2-40B4-BE49-F238E27FC236}">
                <a16:creationId xmlns:a16="http://schemas.microsoft.com/office/drawing/2014/main" id="{3A8B188D-7F13-13BD-02BE-6AB17F193FE3}"/>
              </a:ext>
            </a:extLst>
          </p:cNvPr>
          <p:cNvGrpSpPr/>
          <p:nvPr/>
        </p:nvGrpSpPr>
        <p:grpSpPr>
          <a:xfrm>
            <a:off x="23877085" y="9847912"/>
            <a:ext cx="1383878" cy="918933"/>
            <a:chOff x="26887914" y="7617668"/>
            <a:chExt cx="1383878" cy="918933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690F238-199C-3449-D501-35F80A0413F0}"/>
                </a:ext>
              </a:extLst>
            </p:cNvPr>
            <p:cNvSpPr/>
            <p:nvPr/>
          </p:nvSpPr>
          <p:spPr>
            <a:xfrm>
              <a:off x="27349206" y="7617668"/>
              <a:ext cx="922585" cy="918933"/>
            </a:xfrm>
            <a:custGeom>
              <a:avLst/>
              <a:gdLst>
                <a:gd name="csX0" fmla="*/ 461293 w 922585"/>
                <a:gd name="csY0" fmla="*/ 0 h 918933"/>
                <a:gd name="csX1" fmla="*/ 922586 w 922585"/>
                <a:gd name="csY1" fmla="*/ 459467 h 918933"/>
                <a:gd name="csX2" fmla="*/ 922586 w 922585"/>
                <a:gd name="csY2" fmla="*/ 918933 h 918933"/>
                <a:gd name="csX3" fmla="*/ 0 w 922585"/>
                <a:gd name="csY3" fmla="*/ 451 h 918933"/>
                <a:gd name="csX4" fmla="*/ 461293 w 922585"/>
                <a:gd name="csY4" fmla="*/ 451 h 9189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22585" h="918933">
                  <a:moveTo>
                    <a:pt x="461293" y="0"/>
                  </a:moveTo>
                  <a:cubicBezTo>
                    <a:pt x="461293" y="253856"/>
                    <a:pt x="667768" y="459467"/>
                    <a:pt x="922586" y="459467"/>
                  </a:cubicBezTo>
                  <a:lnTo>
                    <a:pt x="922586" y="918933"/>
                  </a:lnTo>
                  <a:cubicBezTo>
                    <a:pt x="412498" y="918933"/>
                    <a:pt x="0" y="508164"/>
                    <a:pt x="0" y="451"/>
                  </a:cubicBezTo>
                  <a:lnTo>
                    <a:pt x="461293" y="451"/>
                  </a:lnTo>
                  <a:close/>
                </a:path>
              </a:pathLst>
            </a:custGeom>
            <a:solidFill>
              <a:srgbClr val="000000"/>
            </a:solidFill>
            <a:ln w="4509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B692367A-9CD9-6DFD-C74B-7372FE0F103F}"/>
                </a:ext>
              </a:extLst>
            </p:cNvPr>
            <p:cNvSpPr/>
            <p:nvPr/>
          </p:nvSpPr>
          <p:spPr>
            <a:xfrm>
              <a:off x="26887914" y="7617668"/>
              <a:ext cx="923037" cy="918482"/>
            </a:xfrm>
            <a:custGeom>
              <a:avLst/>
              <a:gdLst>
                <a:gd name="csX0" fmla="*/ 0 w 923037"/>
                <a:gd name="csY0" fmla="*/ 0 h 918482"/>
                <a:gd name="csX1" fmla="*/ 470329 w 923037"/>
                <a:gd name="csY1" fmla="*/ 128055 h 918482"/>
                <a:gd name="csX2" fmla="*/ 914002 w 923037"/>
                <a:gd name="csY2" fmla="*/ 790878 h 918482"/>
                <a:gd name="csX3" fmla="*/ 923038 w 923037"/>
                <a:gd name="csY3" fmla="*/ 918482 h 918482"/>
                <a:gd name="csX4" fmla="*/ 461745 w 923037"/>
                <a:gd name="csY4" fmla="*/ 918482 h 918482"/>
                <a:gd name="csX5" fmla="*/ 452 w 923037"/>
                <a:gd name="csY5" fmla="*/ 459016 h 918482"/>
                <a:gd name="csX6" fmla="*/ 452 w 923037"/>
                <a:gd name="csY6" fmla="*/ 0 h 9184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23037" h="918482">
                  <a:moveTo>
                    <a:pt x="0" y="0"/>
                  </a:moveTo>
                  <a:cubicBezTo>
                    <a:pt x="171686" y="0"/>
                    <a:pt x="332529" y="46443"/>
                    <a:pt x="470329" y="128055"/>
                  </a:cubicBezTo>
                  <a:cubicBezTo>
                    <a:pt x="706171" y="267383"/>
                    <a:pt x="874695" y="508615"/>
                    <a:pt x="914002" y="790878"/>
                  </a:cubicBezTo>
                  <a:cubicBezTo>
                    <a:pt x="919875" y="832811"/>
                    <a:pt x="923038" y="875196"/>
                    <a:pt x="923038" y="918482"/>
                  </a:cubicBezTo>
                  <a:lnTo>
                    <a:pt x="461745" y="918482"/>
                  </a:lnTo>
                  <a:cubicBezTo>
                    <a:pt x="461745" y="664626"/>
                    <a:pt x="255270" y="459016"/>
                    <a:pt x="452" y="459016"/>
                  </a:cubicBezTo>
                  <a:lnTo>
                    <a:pt x="452" y="0"/>
                  </a:lnTo>
                  <a:close/>
                </a:path>
              </a:pathLst>
            </a:custGeom>
            <a:solidFill>
              <a:srgbClr val="FFFFFF"/>
            </a:solidFill>
            <a:ln w="4509" cap="flat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48" name="Graphic 142">
            <a:extLst>
              <a:ext uri="{FF2B5EF4-FFF2-40B4-BE49-F238E27FC236}">
                <a16:creationId xmlns:a16="http://schemas.microsoft.com/office/drawing/2014/main" id="{829B1909-78FC-337E-1016-F358627D6F48}"/>
              </a:ext>
            </a:extLst>
          </p:cNvPr>
          <p:cNvGrpSpPr/>
          <p:nvPr/>
        </p:nvGrpSpPr>
        <p:grpSpPr>
          <a:xfrm>
            <a:off x="28445737" y="7613610"/>
            <a:ext cx="2097279" cy="925245"/>
            <a:chOff x="28445737" y="7613610"/>
            <a:chExt cx="2097279" cy="925245"/>
          </a:xfrm>
          <a:solidFill>
            <a:srgbClr val="FFFFFF"/>
          </a:solidFill>
        </p:grpSpPr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026C9273-4420-1EBD-AF54-5ABD4EFEA174}"/>
                </a:ext>
              </a:extLst>
            </p:cNvPr>
            <p:cNvSpPr/>
            <p:nvPr/>
          </p:nvSpPr>
          <p:spPr>
            <a:xfrm>
              <a:off x="28465165" y="7615865"/>
              <a:ext cx="116113" cy="225900"/>
            </a:xfrm>
            <a:custGeom>
              <a:avLst/>
              <a:gdLst>
                <a:gd name="csX0" fmla="*/ 106174 w 116113"/>
                <a:gd name="csY0" fmla="*/ 119488 h 225900"/>
                <a:gd name="csX1" fmla="*/ 28012 w 116113"/>
                <a:gd name="csY1" fmla="*/ 119488 h 225900"/>
                <a:gd name="csX2" fmla="*/ 28012 w 116113"/>
                <a:gd name="csY2" fmla="*/ 202003 h 225900"/>
                <a:gd name="csX3" fmla="*/ 116114 w 116113"/>
                <a:gd name="csY3" fmla="*/ 202003 h 225900"/>
                <a:gd name="csX4" fmla="*/ 116114 w 116113"/>
                <a:gd name="csY4" fmla="*/ 225901 h 225900"/>
                <a:gd name="csX5" fmla="*/ 0 w 116113"/>
                <a:gd name="csY5" fmla="*/ 225901 h 225900"/>
                <a:gd name="csX6" fmla="*/ 0 w 116113"/>
                <a:gd name="csY6" fmla="*/ 0 h 225900"/>
                <a:gd name="csX7" fmla="*/ 111596 w 116113"/>
                <a:gd name="csY7" fmla="*/ 0 h 225900"/>
                <a:gd name="csX8" fmla="*/ 111596 w 116113"/>
                <a:gd name="csY8" fmla="*/ 23898 h 225900"/>
                <a:gd name="csX9" fmla="*/ 28012 w 116113"/>
                <a:gd name="csY9" fmla="*/ 23898 h 225900"/>
                <a:gd name="csX10" fmla="*/ 28012 w 116113"/>
                <a:gd name="csY10" fmla="*/ 96492 h 225900"/>
                <a:gd name="csX11" fmla="*/ 106174 w 116113"/>
                <a:gd name="csY11" fmla="*/ 96492 h 225900"/>
                <a:gd name="csX12" fmla="*/ 106174 w 116113"/>
                <a:gd name="csY12" fmla="*/ 119939 h 225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6113" h="225900">
                  <a:moveTo>
                    <a:pt x="106174" y="119488"/>
                  </a:moveTo>
                  <a:lnTo>
                    <a:pt x="28012" y="119488"/>
                  </a:lnTo>
                  <a:lnTo>
                    <a:pt x="28012" y="202003"/>
                  </a:lnTo>
                  <a:lnTo>
                    <a:pt x="116114" y="202003"/>
                  </a:lnTo>
                  <a:lnTo>
                    <a:pt x="116114" y="225901"/>
                  </a:lnTo>
                  <a:lnTo>
                    <a:pt x="0" y="225901"/>
                  </a:lnTo>
                  <a:lnTo>
                    <a:pt x="0" y="0"/>
                  </a:lnTo>
                  <a:lnTo>
                    <a:pt x="111596" y="0"/>
                  </a:lnTo>
                  <a:lnTo>
                    <a:pt x="111596" y="23898"/>
                  </a:lnTo>
                  <a:lnTo>
                    <a:pt x="28012" y="23898"/>
                  </a:lnTo>
                  <a:lnTo>
                    <a:pt x="28012" y="96492"/>
                  </a:lnTo>
                  <a:lnTo>
                    <a:pt x="106174" y="96492"/>
                  </a:lnTo>
                  <a:lnTo>
                    <a:pt x="106174" y="11993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95780C6-F1E4-400A-EC2A-86CC39D88654}"/>
                </a:ext>
              </a:extLst>
            </p:cNvPr>
            <p:cNvSpPr/>
            <p:nvPr/>
          </p:nvSpPr>
          <p:spPr>
            <a:xfrm>
              <a:off x="28592574" y="7615414"/>
              <a:ext cx="159487" cy="226351"/>
            </a:xfrm>
            <a:custGeom>
              <a:avLst/>
              <a:gdLst>
                <a:gd name="csX0" fmla="*/ 127409 w 159487"/>
                <a:gd name="csY0" fmla="*/ 226352 h 226351"/>
                <a:gd name="csX1" fmla="*/ 100753 w 159487"/>
                <a:gd name="csY1" fmla="*/ 174949 h 226351"/>
                <a:gd name="csX2" fmla="*/ 78162 w 159487"/>
                <a:gd name="csY2" fmla="*/ 132114 h 226351"/>
                <a:gd name="csX3" fmla="*/ 77711 w 159487"/>
                <a:gd name="csY3" fmla="*/ 132114 h 226351"/>
                <a:gd name="csX4" fmla="*/ 56476 w 159487"/>
                <a:gd name="csY4" fmla="*/ 175400 h 226351"/>
                <a:gd name="csX5" fmla="*/ 31626 w 159487"/>
                <a:gd name="csY5" fmla="*/ 226352 h 226351"/>
                <a:gd name="csX6" fmla="*/ 0 w 159487"/>
                <a:gd name="csY6" fmla="*/ 226352 h 226351"/>
                <a:gd name="csX7" fmla="*/ 62349 w 159487"/>
                <a:gd name="csY7" fmla="*/ 111372 h 226351"/>
                <a:gd name="csX8" fmla="*/ 2259 w 159487"/>
                <a:gd name="csY8" fmla="*/ 0 h 226351"/>
                <a:gd name="csX9" fmla="*/ 33885 w 159487"/>
                <a:gd name="csY9" fmla="*/ 0 h 226351"/>
                <a:gd name="csX10" fmla="*/ 60994 w 159487"/>
                <a:gd name="csY10" fmla="*/ 53206 h 226351"/>
                <a:gd name="csX11" fmla="*/ 79970 w 159487"/>
                <a:gd name="csY11" fmla="*/ 90631 h 226351"/>
                <a:gd name="csX12" fmla="*/ 80421 w 159487"/>
                <a:gd name="csY12" fmla="*/ 90631 h 226351"/>
                <a:gd name="csX13" fmla="*/ 98494 w 159487"/>
                <a:gd name="csY13" fmla="*/ 52755 h 226351"/>
                <a:gd name="csX14" fmla="*/ 125602 w 159487"/>
                <a:gd name="csY14" fmla="*/ 0 h 226351"/>
                <a:gd name="csX15" fmla="*/ 157228 w 159487"/>
                <a:gd name="csY15" fmla="*/ 0 h 226351"/>
                <a:gd name="csX16" fmla="*/ 95783 w 159487"/>
                <a:gd name="csY16" fmla="*/ 110019 h 226351"/>
                <a:gd name="csX17" fmla="*/ 159487 w 159487"/>
                <a:gd name="csY17" fmla="*/ 225901 h 226351"/>
                <a:gd name="csX18" fmla="*/ 127409 w 159487"/>
                <a:gd name="csY18" fmla="*/ 225901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59487" h="226351">
                  <a:moveTo>
                    <a:pt x="127409" y="226352"/>
                  </a:moveTo>
                  <a:lnTo>
                    <a:pt x="100753" y="174949"/>
                  </a:lnTo>
                  <a:cubicBezTo>
                    <a:pt x="90813" y="157815"/>
                    <a:pt x="84939" y="145641"/>
                    <a:pt x="78162" y="132114"/>
                  </a:cubicBezTo>
                  <a:lnTo>
                    <a:pt x="77711" y="132114"/>
                  </a:lnTo>
                  <a:cubicBezTo>
                    <a:pt x="71837" y="146091"/>
                    <a:pt x="65964" y="157815"/>
                    <a:pt x="56476" y="175400"/>
                  </a:cubicBezTo>
                  <a:lnTo>
                    <a:pt x="31626" y="226352"/>
                  </a:lnTo>
                  <a:lnTo>
                    <a:pt x="0" y="226352"/>
                  </a:lnTo>
                  <a:lnTo>
                    <a:pt x="62349" y="111372"/>
                  </a:lnTo>
                  <a:lnTo>
                    <a:pt x="2259" y="0"/>
                  </a:lnTo>
                  <a:lnTo>
                    <a:pt x="33885" y="0"/>
                  </a:lnTo>
                  <a:lnTo>
                    <a:pt x="60994" y="53206"/>
                  </a:lnTo>
                  <a:cubicBezTo>
                    <a:pt x="68223" y="66282"/>
                    <a:pt x="73644" y="77555"/>
                    <a:pt x="79970" y="90631"/>
                  </a:cubicBezTo>
                  <a:lnTo>
                    <a:pt x="80421" y="90631"/>
                  </a:lnTo>
                  <a:cubicBezTo>
                    <a:pt x="86295" y="76653"/>
                    <a:pt x="91717" y="66282"/>
                    <a:pt x="98494" y="52755"/>
                  </a:cubicBezTo>
                  <a:lnTo>
                    <a:pt x="125602" y="0"/>
                  </a:lnTo>
                  <a:lnTo>
                    <a:pt x="157228" y="0"/>
                  </a:lnTo>
                  <a:lnTo>
                    <a:pt x="95783" y="110019"/>
                  </a:lnTo>
                  <a:lnTo>
                    <a:pt x="159487" y="225901"/>
                  </a:lnTo>
                  <a:lnTo>
                    <a:pt x="127409" y="225901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BD27FD4B-2EE3-24B2-02AD-0E87C863A379}"/>
                </a:ext>
              </a:extLst>
            </p:cNvPr>
            <p:cNvSpPr/>
            <p:nvPr/>
          </p:nvSpPr>
          <p:spPr>
            <a:xfrm>
              <a:off x="28776007" y="7614061"/>
              <a:ext cx="129216" cy="227704"/>
            </a:xfrm>
            <a:custGeom>
              <a:avLst/>
              <a:gdLst>
                <a:gd name="csX0" fmla="*/ 0 w 129216"/>
                <a:gd name="csY0" fmla="*/ 4509 h 227704"/>
                <a:gd name="csX1" fmla="*/ 50602 w 129216"/>
                <a:gd name="csY1" fmla="*/ 0 h 227704"/>
                <a:gd name="csX2" fmla="*/ 110240 w 129216"/>
                <a:gd name="csY2" fmla="*/ 18036 h 227704"/>
                <a:gd name="csX3" fmla="*/ 129216 w 129216"/>
                <a:gd name="csY3" fmla="*/ 65380 h 227704"/>
                <a:gd name="csX4" fmla="*/ 112951 w 129216"/>
                <a:gd name="csY4" fmla="*/ 113176 h 227704"/>
                <a:gd name="csX5" fmla="*/ 48343 w 129216"/>
                <a:gd name="csY5" fmla="*/ 138426 h 227704"/>
                <a:gd name="csX6" fmla="*/ 28464 w 129216"/>
                <a:gd name="csY6" fmla="*/ 136623 h 227704"/>
                <a:gd name="csX7" fmla="*/ 28464 w 129216"/>
                <a:gd name="csY7" fmla="*/ 227704 h 227704"/>
                <a:gd name="csX8" fmla="*/ 0 w 129216"/>
                <a:gd name="csY8" fmla="*/ 227704 h 227704"/>
                <a:gd name="csX9" fmla="*/ 0 w 129216"/>
                <a:gd name="csY9" fmla="*/ 4509 h 227704"/>
                <a:gd name="csX10" fmla="*/ 28464 w 129216"/>
                <a:gd name="csY10" fmla="*/ 113627 h 227704"/>
                <a:gd name="csX11" fmla="*/ 48795 w 129216"/>
                <a:gd name="csY11" fmla="*/ 115430 h 227704"/>
                <a:gd name="csX12" fmla="*/ 101204 w 129216"/>
                <a:gd name="csY12" fmla="*/ 67184 h 227704"/>
                <a:gd name="csX13" fmla="*/ 51958 w 129216"/>
                <a:gd name="csY13" fmla="*/ 22545 h 227704"/>
                <a:gd name="csX14" fmla="*/ 28464 w 129216"/>
                <a:gd name="csY14" fmla="*/ 24349 h 227704"/>
                <a:gd name="csX15" fmla="*/ 28464 w 129216"/>
                <a:gd name="csY15" fmla="*/ 113176 h 22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9216" h="227704">
                  <a:moveTo>
                    <a:pt x="0" y="4509"/>
                  </a:moveTo>
                  <a:cubicBezTo>
                    <a:pt x="13102" y="2254"/>
                    <a:pt x="29367" y="0"/>
                    <a:pt x="50602" y="0"/>
                  </a:cubicBezTo>
                  <a:cubicBezTo>
                    <a:pt x="71837" y="0"/>
                    <a:pt x="97138" y="5862"/>
                    <a:pt x="110240" y="18036"/>
                  </a:cubicBezTo>
                  <a:cubicBezTo>
                    <a:pt x="121987" y="28858"/>
                    <a:pt x="129216" y="45090"/>
                    <a:pt x="129216" y="65380"/>
                  </a:cubicBezTo>
                  <a:cubicBezTo>
                    <a:pt x="129216" y="85671"/>
                    <a:pt x="123343" y="101452"/>
                    <a:pt x="112951" y="113176"/>
                  </a:cubicBezTo>
                  <a:cubicBezTo>
                    <a:pt x="98494" y="129859"/>
                    <a:pt x="74548" y="138426"/>
                    <a:pt x="48343" y="138426"/>
                  </a:cubicBezTo>
                  <a:cubicBezTo>
                    <a:pt x="22138" y="138426"/>
                    <a:pt x="34337" y="138426"/>
                    <a:pt x="28464" y="136623"/>
                  </a:cubicBezTo>
                  <a:lnTo>
                    <a:pt x="28464" y="227704"/>
                  </a:lnTo>
                  <a:lnTo>
                    <a:pt x="0" y="227704"/>
                  </a:lnTo>
                  <a:lnTo>
                    <a:pt x="0" y="4509"/>
                  </a:lnTo>
                  <a:close/>
                  <a:moveTo>
                    <a:pt x="28464" y="113627"/>
                  </a:moveTo>
                  <a:cubicBezTo>
                    <a:pt x="33885" y="115430"/>
                    <a:pt x="40662" y="115430"/>
                    <a:pt x="48795" y="115430"/>
                  </a:cubicBezTo>
                  <a:cubicBezTo>
                    <a:pt x="80873" y="115430"/>
                    <a:pt x="101204" y="98296"/>
                    <a:pt x="101204" y="67184"/>
                  </a:cubicBezTo>
                  <a:cubicBezTo>
                    <a:pt x="101204" y="36072"/>
                    <a:pt x="83584" y="22545"/>
                    <a:pt x="51958" y="22545"/>
                  </a:cubicBezTo>
                  <a:cubicBezTo>
                    <a:pt x="20331" y="22545"/>
                    <a:pt x="32982" y="23447"/>
                    <a:pt x="28464" y="24349"/>
                  </a:cubicBezTo>
                  <a:lnTo>
                    <a:pt x="28464" y="113176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AFB3C33-2FD7-F8C9-28A5-AF5AD0EBE1C2}"/>
                </a:ext>
              </a:extLst>
            </p:cNvPr>
            <p:cNvSpPr/>
            <p:nvPr/>
          </p:nvSpPr>
          <p:spPr>
            <a:xfrm>
              <a:off x="28892121" y="7615865"/>
              <a:ext cx="172137" cy="226351"/>
            </a:xfrm>
            <a:custGeom>
              <a:avLst/>
              <a:gdLst>
                <a:gd name="csX0" fmla="*/ 49699 w 172137"/>
                <a:gd name="csY0" fmla="*/ 156011 h 226351"/>
                <a:gd name="csX1" fmla="*/ 28915 w 172137"/>
                <a:gd name="csY1" fmla="*/ 226352 h 226351"/>
                <a:gd name="csX2" fmla="*/ 0 w 172137"/>
                <a:gd name="csY2" fmla="*/ 226352 h 226351"/>
                <a:gd name="csX3" fmla="*/ 69578 w 172137"/>
                <a:gd name="csY3" fmla="*/ 0 h 226351"/>
                <a:gd name="csX4" fmla="*/ 103012 w 172137"/>
                <a:gd name="csY4" fmla="*/ 0 h 226351"/>
                <a:gd name="csX5" fmla="*/ 172138 w 172137"/>
                <a:gd name="csY5" fmla="*/ 226352 h 226351"/>
                <a:gd name="csX6" fmla="*/ 142770 w 172137"/>
                <a:gd name="csY6" fmla="*/ 226352 h 226351"/>
                <a:gd name="csX7" fmla="*/ 121084 w 172137"/>
                <a:gd name="csY7" fmla="*/ 156011 h 226351"/>
                <a:gd name="csX8" fmla="*/ 49699 w 172137"/>
                <a:gd name="csY8" fmla="*/ 156011 h 226351"/>
                <a:gd name="csX9" fmla="*/ 116114 w 172137"/>
                <a:gd name="csY9" fmla="*/ 133917 h 226351"/>
                <a:gd name="csX10" fmla="*/ 96686 w 172137"/>
                <a:gd name="csY10" fmla="*/ 71242 h 226351"/>
                <a:gd name="csX11" fmla="*/ 85843 w 172137"/>
                <a:gd name="csY11" fmla="*/ 27054 h 226351"/>
                <a:gd name="csX12" fmla="*/ 84939 w 172137"/>
                <a:gd name="csY12" fmla="*/ 27054 h 226351"/>
                <a:gd name="csX13" fmla="*/ 74548 w 172137"/>
                <a:gd name="csY13" fmla="*/ 70791 h 226351"/>
                <a:gd name="csX14" fmla="*/ 55572 w 172137"/>
                <a:gd name="csY14" fmla="*/ 133917 h 226351"/>
                <a:gd name="csX15" fmla="*/ 116566 w 172137"/>
                <a:gd name="csY15" fmla="*/ 133917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2137" h="226351">
                  <a:moveTo>
                    <a:pt x="49699" y="156011"/>
                  </a:moveTo>
                  <a:lnTo>
                    <a:pt x="28915" y="226352"/>
                  </a:lnTo>
                  <a:lnTo>
                    <a:pt x="0" y="226352"/>
                  </a:lnTo>
                  <a:lnTo>
                    <a:pt x="69578" y="0"/>
                  </a:lnTo>
                  <a:lnTo>
                    <a:pt x="103012" y="0"/>
                  </a:lnTo>
                  <a:lnTo>
                    <a:pt x="172138" y="226352"/>
                  </a:lnTo>
                  <a:lnTo>
                    <a:pt x="142770" y="226352"/>
                  </a:lnTo>
                  <a:lnTo>
                    <a:pt x="121084" y="156011"/>
                  </a:lnTo>
                  <a:lnTo>
                    <a:pt x="49699" y="156011"/>
                  </a:lnTo>
                  <a:close/>
                  <a:moveTo>
                    <a:pt x="116114" y="133917"/>
                  </a:moveTo>
                  <a:lnTo>
                    <a:pt x="96686" y="71242"/>
                  </a:lnTo>
                  <a:cubicBezTo>
                    <a:pt x="92168" y="56362"/>
                    <a:pt x="89006" y="41032"/>
                    <a:pt x="85843" y="27054"/>
                  </a:cubicBezTo>
                  <a:lnTo>
                    <a:pt x="84939" y="27054"/>
                  </a:lnTo>
                  <a:cubicBezTo>
                    <a:pt x="81777" y="41483"/>
                    <a:pt x="78614" y="56813"/>
                    <a:pt x="74548" y="70791"/>
                  </a:cubicBezTo>
                  <a:lnTo>
                    <a:pt x="55572" y="133917"/>
                  </a:lnTo>
                  <a:lnTo>
                    <a:pt x="116566" y="133917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8AE1ED09-AE46-277B-4E19-76E827B728E4}"/>
                </a:ext>
              </a:extLst>
            </p:cNvPr>
            <p:cNvSpPr/>
            <p:nvPr/>
          </p:nvSpPr>
          <p:spPr>
            <a:xfrm>
              <a:off x="29081879" y="7615865"/>
              <a:ext cx="154065" cy="226351"/>
            </a:xfrm>
            <a:custGeom>
              <a:avLst/>
              <a:gdLst>
                <a:gd name="csX0" fmla="*/ 452 w 154065"/>
                <a:gd name="csY0" fmla="*/ 225901 h 226351"/>
                <a:gd name="csX1" fmla="*/ 452 w 154065"/>
                <a:gd name="csY1" fmla="*/ 0 h 226351"/>
                <a:gd name="csX2" fmla="*/ 30271 w 154065"/>
                <a:gd name="csY2" fmla="*/ 0 h 226351"/>
                <a:gd name="csX3" fmla="*/ 93524 w 154065"/>
                <a:gd name="csY3" fmla="*/ 111823 h 226351"/>
                <a:gd name="csX4" fmla="*/ 130572 w 154065"/>
                <a:gd name="csY4" fmla="*/ 187123 h 226351"/>
                <a:gd name="csX5" fmla="*/ 131023 w 154065"/>
                <a:gd name="csY5" fmla="*/ 187123 h 226351"/>
                <a:gd name="csX6" fmla="*/ 127861 w 154065"/>
                <a:gd name="csY6" fmla="*/ 90631 h 226351"/>
                <a:gd name="csX7" fmla="*/ 127861 w 154065"/>
                <a:gd name="csY7" fmla="*/ 0 h 226351"/>
                <a:gd name="csX8" fmla="*/ 154066 w 154065"/>
                <a:gd name="csY8" fmla="*/ 0 h 226351"/>
                <a:gd name="csX9" fmla="*/ 154066 w 154065"/>
                <a:gd name="csY9" fmla="*/ 226352 h 226351"/>
                <a:gd name="csX10" fmla="*/ 126054 w 154065"/>
                <a:gd name="csY10" fmla="*/ 226352 h 226351"/>
                <a:gd name="csX11" fmla="*/ 62349 w 154065"/>
                <a:gd name="csY11" fmla="*/ 113627 h 226351"/>
                <a:gd name="csX12" fmla="*/ 24849 w 154065"/>
                <a:gd name="csY12" fmla="*/ 37425 h 226351"/>
                <a:gd name="csX13" fmla="*/ 23946 w 154065"/>
                <a:gd name="csY13" fmla="*/ 37425 h 226351"/>
                <a:gd name="csX14" fmla="*/ 26205 w 154065"/>
                <a:gd name="csY14" fmla="*/ 135270 h 226351"/>
                <a:gd name="csX15" fmla="*/ 26205 w 154065"/>
                <a:gd name="csY15" fmla="*/ 226352 h 226351"/>
                <a:gd name="csX16" fmla="*/ 0 w 154065"/>
                <a:gd name="csY16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4065" h="226351">
                  <a:moveTo>
                    <a:pt x="452" y="225901"/>
                  </a:moveTo>
                  <a:lnTo>
                    <a:pt x="452" y="0"/>
                  </a:lnTo>
                  <a:lnTo>
                    <a:pt x="30271" y="0"/>
                  </a:lnTo>
                  <a:lnTo>
                    <a:pt x="93524" y="111823"/>
                  </a:lnTo>
                  <a:cubicBezTo>
                    <a:pt x="107981" y="137524"/>
                    <a:pt x="120632" y="163677"/>
                    <a:pt x="130572" y="187123"/>
                  </a:cubicBezTo>
                  <a:lnTo>
                    <a:pt x="131023" y="187123"/>
                  </a:lnTo>
                  <a:cubicBezTo>
                    <a:pt x="128764" y="155109"/>
                    <a:pt x="127861" y="127154"/>
                    <a:pt x="127861" y="90631"/>
                  </a:cubicBezTo>
                  <a:lnTo>
                    <a:pt x="127861" y="0"/>
                  </a:lnTo>
                  <a:lnTo>
                    <a:pt x="154066" y="0"/>
                  </a:lnTo>
                  <a:lnTo>
                    <a:pt x="154066" y="226352"/>
                  </a:lnTo>
                  <a:lnTo>
                    <a:pt x="126054" y="226352"/>
                  </a:lnTo>
                  <a:lnTo>
                    <a:pt x="62349" y="113627"/>
                  </a:lnTo>
                  <a:cubicBezTo>
                    <a:pt x="48343" y="88827"/>
                    <a:pt x="35241" y="63126"/>
                    <a:pt x="24849" y="37425"/>
                  </a:cubicBezTo>
                  <a:lnTo>
                    <a:pt x="23946" y="37425"/>
                  </a:lnTo>
                  <a:cubicBezTo>
                    <a:pt x="25753" y="66733"/>
                    <a:pt x="26205" y="94689"/>
                    <a:pt x="26205" y="135270"/>
                  </a:cubicBezTo>
                  <a:lnTo>
                    <a:pt x="26205" y="226352"/>
                  </a:lnTo>
                  <a:lnTo>
                    <a:pt x="0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4E6F4D6-41C7-B23F-FA33-A037E5B57517}"/>
                </a:ext>
              </a:extLst>
            </p:cNvPr>
            <p:cNvSpPr/>
            <p:nvPr/>
          </p:nvSpPr>
          <p:spPr>
            <a:xfrm>
              <a:off x="29270734" y="7614061"/>
              <a:ext cx="165812" cy="229507"/>
            </a:xfrm>
            <a:custGeom>
              <a:avLst/>
              <a:gdLst>
                <a:gd name="csX0" fmla="*/ 0 w 165812"/>
                <a:gd name="csY0" fmla="*/ 4509 h 229507"/>
                <a:gd name="csX1" fmla="*/ 53765 w 165812"/>
                <a:gd name="csY1" fmla="*/ 0 h 229507"/>
                <a:gd name="csX2" fmla="*/ 134186 w 165812"/>
                <a:gd name="csY2" fmla="*/ 24799 h 229507"/>
                <a:gd name="csX3" fmla="*/ 165812 w 165812"/>
                <a:gd name="csY3" fmla="*/ 109118 h 229507"/>
                <a:gd name="csX4" fmla="*/ 135090 w 165812"/>
                <a:gd name="csY4" fmla="*/ 199298 h 229507"/>
                <a:gd name="csX5" fmla="*/ 46084 w 165812"/>
                <a:gd name="csY5" fmla="*/ 229508 h 229507"/>
                <a:gd name="csX6" fmla="*/ 452 w 165812"/>
                <a:gd name="csY6" fmla="*/ 227253 h 229507"/>
                <a:gd name="csX7" fmla="*/ 452 w 165812"/>
                <a:gd name="csY7" fmla="*/ 4509 h 229507"/>
                <a:gd name="csX8" fmla="*/ 28464 w 165812"/>
                <a:gd name="csY8" fmla="*/ 205159 h 229507"/>
                <a:gd name="csX9" fmla="*/ 51958 w 165812"/>
                <a:gd name="csY9" fmla="*/ 206061 h 229507"/>
                <a:gd name="csX10" fmla="*/ 136445 w 165812"/>
                <a:gd name="csY10" fmla="*/ 109569 h 229507"/>
                <a:gd name="csX11" fmla="*/ 56024 w 165812"/>
                <a:gd name="csY11" fmla="*/ 22094 h 229507"/>
                <a:gd name="csX12" fmla="*/ 28464 w 165812"/>
                <a:gd name="csY12" fmla="*/ 24349 h 229507"/>
                <a:gd name="csX13" fmla="*/ 28464 w 165812"/>
                <a:gd name="csY13" fmla="*/ 204708 h 22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5812" h="229507">
                  <a:moveTo>
                    <a:pt x="0" y="4509"/>
                  </a:moveTo>
                  <a:cubicBezTo>
                    <a:pt x="15361" y="1353"/>
                    <a:pt x="33885" y="0"/>
                    <a:pt x="53765" y="0"/>
                  </a:cubicBezTo>
                  <a:cubicBezTo>
                    <a:pt x="90361" y="0"/>
                    <a:pt x="116566" y="8567"/>
                    <a:pt x="134186" y="24799"/>
                  </a:cubicBezTo>
                  <a:cubicBezTo>
                    <a:pt x="153614" y="42385"/>
                    <a:pt x="165812" y="69439"/>
                    <a:pt x="165812" y="109118"/>
                  </a:cubicBezTo>
                  <a:cubicBezTo>
                    <a:pt x="165812" y="148797"/>
                    <a:pt x="154065" y="179909"/>
                    <a:pt x="135090" y="199298"/>
                  </a:cubicBezTo>
                  <a:cubicBezTo>
                    <a:pt x="115662" y="219137"/>
                    <a:pt x="84487" y="229508"/>
                    <a:pt x="46084" y="229508"/>
                  </a:cubicBezTo>
                  <a:cubicBezTo>
                    <a:pt x="7680" y="229508"/>
                    <a:pt x="13102" y="228606"/>
                    <a:pt x="452" y="227253"/>
                  </a:cubicBezTo>
                  <a:lnTo>
                    <a:pt x="452" y="4509"/>
                  </a:lnTo>
                  <a:close/>
                  <a:moveTo>
                    <a:pt x="28464" y="205159"/>
                  </a:moveTo>
                  <a:cubicBezTo>
                    <a:pt x="34789" y="206061"/>
                    <a:pt x="43373" y="206061"/>
                    <a:pt x="51958" y="206061"/>
                  </a:cubicBezTo>
                  <a:cubicBezTo>
                    <a:pt x="104367" y="206061"/>
                    <a:pt x="136445" y="175400"/>
                    <a:pt x="136445" y="109569"/>
                  </a:cubicBezTo>
                  <a:cubicBezTo>
                    <a:pt x="136445" y="55010"/>
                    <a:pt x="110240" y="22094"/>
                    <a:pt x="56024" y="22094"/>
                  </a:cubicBezTo>
                  <a:cubicBezTo>
                    <a:pt x="1807" y="22094"/>
                    <a:pt x="34789" y="22996"/>
                    <a:pt x="28464" y="24349"/>
                  </a:cubicBezTo>
                  <a:lnTo>
                    <a:pt x="28464" y="20470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F37F96AA-B653-389A-8CAE-994CC305FB5E}"/>
                </a:ext>
              </a:extLst>
            </p:cNvPr>
            <p:cNvSpPr/>
            <p:nvPr/>
          </p:nvSpPr>
          <p:spPr>
            <a:xfrm>
              <a:off x="29465461" y="7615865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C140988-6B16-9AD0-7894-1BC0ED1AE289}"/>
                </a:ext>
              </a:extLst>
            </p:cNvPr>
            <p:cNvSpPr/>
            <p:nvPr/>
          </p:nvSpPr>
          <p:spPr>
            <a:xfrm>
              <a:off x="29527810" y="7615865"/>
              <a:ext cx="154065" cy="226351"/>
            </a:xfrm>
            <a:custGeom>
              <a:avLst/>
              <a:gdLst>
                <a:gd name="csX0" fmla="*/ 452 w 154065"/>
                <a:gd name="csY0" fmla="*/ 225901 h 226351"/>
                <a:gd name="csX1" fmla="*/ 452 w 154065"/>
                <a:gd name="csY1" fmla="*/ 0 h 226351"/>
                <a:gd name="csX2" fmla="*/ 30271 w 154065"/>
                <a:gd name="csY2" fmla="*/ 0 h 226351"/>
                <a:gd name="csX3" fmla="*/ 93524 w 154065"/>
                <a:gd name="csY3" fmla="*/ 111823 h 226351"/>
                <a:gd name="csX4" fmla="*/ 130572 w 154065"/>
                <a:gd name="csY4" fmla="*/ 187123 h 226351"/>
                <a:gd name="csX5" fmla="*/ 131023 w 154065"/>
                <a:gd name="csY5" fmla="*/ 187123 h 226351"/>
                <a:gd name="csX6" fmla="*/ 127861 w 154065"/>
                <a:gd name="csY6" fmla="*/ 90631 h 226351"/>
                <a:gd name="csX7" fmla="*/ 127861 w 154065"/>
                <a:gd name="csY7" fmla="*/ 0 h 226351"/>
                <a:gd name="csX8" fmla="*/ 154066 w 154065"/>
                <a:gd name="csY8" fmla="*/ 0 h 226351"/>
                <a:gd name="csX9" fmla="*/ 154066 w 154065"/>
                <a:gd name="csY9" fmla="*/ 226352 h 226351"/>
                <a:gd name="csX10" fmla="*/ 126054 w 154065"/>
                <a:gd name="csY10" fmla="*/ 226352 h 226351"/>
                <a:gd name="csX11" fmla="*/ 62349 w 154065"/>
                <a:gd name="csY11" fmla="*/ 113627 h 226351"/>
                <a:gd name="csX12" fmla="*/ 24849 w 154065"/>
                <a:gd name="csY12" fmla="*/ 37425 h 226351"/>
                <a:gd name="csX13" fmla="*/ 23946 w 154065"/>
                <a:gd name="csY13" fmla="*/ 37425 h 226351"/>
                <a:gd name="csX14" fmla="*/ 26205 w 154065"/>
                <a:gd name="csY14" fmla="*/ 135270 h 226351"/>
                <a:gd name="csX15" fmla="*/ 26205 w 154065"/>
                <a:gd name="csY15" fmla="*/ 226352 h 226351"/>
                <a:gd name="csX16" fmla="*/ 0 w 154065"/>
                <a:gd name="csY16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4065" h="226351">
                  <a:moveTo>
                    <a:pt x="452" y="225901"/>
                  </a:moveTo>
                  <a:lnTo>
                    <a:pt x="452" y="0"/>
                  </a:lnTo>
                  <a:lnTo>
                    <a:pt x="30271" y="0"/>
                  </a:lnTo>
                  <a:lnTo>
                    <a:pt x="93524" y="111823"/>
                  </a:lnTo>
                  <a:cubicBezTo>
                    <a:pt x="107982" y="137524"/>
                    <a:pt x="120632" y="163677"/>
                    <a:pt x="130572" y="187123"/>
                  </a:cubicBezTo>
                  <a:lnTo>
                    <a:pt x="131023" y="187123"/>
                  </a:lnTo>
                  <a:cubicBezTo>
                    <a:pt x="128764" y="155109"/>
                    <a:pt x="127861" y="127154"/>
                    <a:pt x="127861" y="90631"/>
                  </a:cubicBezTo>
                  <a:lnTo>
                    <a:pt x="127861" y="0"/>
                  </a:lnTo>
                  <a:lnTo>
                    <a:pt x="154066" y="0"/>
                  </a:lnTo>
                  <a:lnTo>
                    <a:pt x="154066" y="226352"/>
                  </a:lnTo>
                  <a:lnTo>
                    <a:pt x="126054" y="226352"/>
                  </a:lnTo>
                  <a:lnTo>
                    <a:pt x="62349" y="113627"/>
                  </a:lnTo>
                  <a:cubicBezTo>
                    <a:pt x="48343" y="88827"/>
                    <a:pt x="35241" y="63126"/>
                    <a:pt x="24849" y="37425"/>
                  </a:cubicBezTo>
                  <a:lnTo>
                    <a:pt x="23946" y="37425"/>
                  </a:lnTo>
                  <a:cubicBezTo>
                    <a:pt x="25753" y="66733"/>
                    <a:pt x="26205" y="94689"/>
                    <a:pt x="26205" y="135270"/>
                  </a:cubicBezTo>
                  <a:lnTo>
                    <a:pt x="26205" y="226352"/>
                  </a:lnTo>
                  <a:lnTo>
                    <a:pt x="0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333AFF3-7CD3-9B9F-B3F7-4BFEC44085F0}"/>
                </a:ext>
              </a:extLst>
            </p:cNvPr>
            <p:cNvSpPr/>
            <p:nvPr/>
          </p:nvSpPr>
          <p:spPr>
            <a:xfrm>
              <a:off x="29704466" y="7613610"/>
              <a:ext cx="166715" cy="230860"/>
            </a:xfrm>
            <a:custGeom>
              <a:avLst/>
              <a:gdLst>
                <a:gd name="csX0" fmla="*/ 166716 w 166715"/>
                <a:gd name="csY0" fmla="*/ 219588 h 230860"/>
                <a:gd name="csX1" fmla="*/ 105722 w 166715"/>
                <a:gd name="csY1" fmla="*/ 230861 h 230860"/>
                <a:gd name="csX2" fmla="*/ 30271 w 166715"/>
                <a:gd name="csY2" fmla="*/ 203356 h 230860"/>
                <a:gd name="csX3" fmla="*/ 0 w 166715"/>
                <a:gd name="csY3" fmla="*/ 117234 h 230860"/>
                <a:gd name="csX4" fmla="*/ 111144 w 166715"/>
                <a:gd name="csY4" fmla="*/ 0 h 230860"/>
                <a:gd name="csX5" fmla="*/ 160391 w 166715"/>
                <a:gd name="csY5" fmla="*/ 9018 h 230860"/>
                <a:gd name="csX6" fmla="*/ 153614 w 166715"/>
                <a:gd name="csY6" fmla="*/ 32465 h 230860"/>
                <a:gd name="csX7" fmla="*/ 110692 w 166715"/>
                <a:gd name="csY7" fmla="*/ 23898 h 230860"/>
                <a:gd name="csX8" fmla="*/ 29367 w 166715"/>
                <a:gd name="csY8" fmla="*/ 115430 h 230860"/>
                <a:gd name="csX9" fmla="*/ 106626 w 166715"/>
                <a:gd name="csY9" fmla="*/ 206963 h 230860"/>
                <a:gd name="csX10" fmla="*/ 138704 w 166715"/>
                <a:gd name="csY10" fmla="*/ 202003 h 230860"/>
                <a:gd name="csX11" fmla="*/ 138704 w 166715"/>
                <a:gd name="csY11" fmla="*/ 132564 h 230860"/>
                <a:gd name="csX12" fmla="*/ 98041 w 166715"/>
                <a:gd name="csY12" fmla="*/ 132564 h 230860"/>
                <a:gd name="csX13" fmla="*/ 98041 w 166715"/>
                <a:gd name="csY13" fmla="*/ 109569 h 230860"/>
                <a:gd name="csX14" fmla="*/ 166264 w 166715"/>
                <a:gd name="csY14" fmla="*/ 109569 h 230860"/>
                <a:gd name="csX15" fmla="*/ 166264 w 166715"/>
                <a:gd name="csY15" fmla="*/ 219137 h 2308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66715" h="230860">
                  <a:moveTo>
                    <a:pt x="166716" y="219588"/>
                  </a:moveTo>
                  <a:cubicBezTo>
                    <a:pt x="154517" y="224097"/>
                    <a:pt x="131475" y="230861"/>
                    <a:pt x="105722" y="230861"/>
                  </a:cubicBezTo>
                  <a:cubicBezTo>
                    <a:pt x="79969" y="230861"/>
                    <a:pt x="50150" y="223195"/>
                    <a:pt x="30271" y="203356"/>
                  </a:cubicBezTo>
                  <a:cubicBezTo>
                    <a:pt x="11747" y="184869"/>
                    <a:pt x="0" y="154659"/>
                    <a:pt x="0" y="117234"/>
                  </a:cubicBezTo>
                  <a:cubicBezTo>
                    <a:pt x="0" y="43286"/>
                    <a:pt x="46084" y="0"/>
                    <a:pt x="111144" y="0"/>
                  </a:cubicBezTo>
                  <a:cubicBezTo>
                    <a:pt x="176204" y="0"/>
                    <a:pt x="151355" y="4960"/>
                    <a:pt x="160391" y="9018"/>
                  </a:cubicBezTo>
                  <a:lnTo>
                    <a:pt x="153614" y="32465"/>
                  </a:lnTo>
                  <a:cubicBezTo>
                    <a:pt x="143222" y="27956"/>
                    <a:pt x="130120" y="23898"/>
                    <a:pt x="110692" y="23898"/>
                  </a:cubicBezTo>
                  <a:cubicBezTo>
                    <a:pt x="63704" y="23898"/>
                    <a:pt x="29367" y="54559"/>
                    <a:pt x="29367" y="115430"/>
                  </a:cubicBezTo>
                  <a:cubicBezTo>
                    <a:pt x="29367" y="176302"/>
                    <a:pt x="61445" y="206963"/>
                    <a:pt x="106626" y="206963"/>
                  </a:cubicBezTo>
                  <a:cubicBezTo>
                    <a:pt x="151806" y="206963"/>
                    <a:pt x="133283" y="204708"/>
                    <a:pt x="138704" y="202003"/>
                  </a:cubicBezTo>
                  <a:lnTo>
                    <a:pt x="138704" y="132564"/>
                  </a:lnTo>
                  <a:lnTo>
                    <a:pt x="98041" y="132564"/>
                  </a:lnTo>
                  <a:lnTo>
                    <a:pt x="98041" y="109569"/>
                  </a:lnTo>
                  <a:lnTo>
                    <a:pt x="166264" y="109569"/>
                  </a:lnTo>
                  <a:lnTo>
                    <a:pt x="166264" y="219137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4E45B513-E90F-0C1B-14B3-B2573CA9B201}"/>
                </a:ext>
              </a:extLst>
            </p:cNvPr>
            <p:cNvSpPr/>
            <p:nvPr/>
          </p:nvSpPr>
          <p:spPr>
            <a:xfrm>
              <a:off x="28445737" y="7987406"/>
              <a:ext cx="90812" cy="204257"/>
            </a:xfrm>
            <a:custGeom>
              <a:avLst/>
              <a:gdLst>
                <a:gd name="csX0" fmla="*/ 51958 w 90812"/>
                <a:gd name="csY0" fmla="*/ 0 h 204257"/>
                <a:gd name="csX1" fmla="*/ 51958 w 90812"/>
                <a:gd name="csY1" fmla="*/ 38777 h 204257"/>
                <a:gd name="csX2" fmla="*/ 90813 w 90812"/>
                <a:gd name="csY2" fmla="*/ 38777 h 204257"/>
                <a:gd name="csX3" fmla="*/ 90813 w 90812"/>
                <a:gd name="csY3" fmla="*/ 60421 h 204257"/>
                <a:gd name="csX4" fmla="*/ 51958 w 90812"/>
                <a:gd name="csY4" fmla="*/ 60421 h 204257"/>
                <a:gd name="csX5" fmla="*/ 51958 w 90812"/>
                <a:gd name="csY5" fmla="*/ 150600 h 204257"/>
                <a:gd name="csX6" fmla="*/ 72741 w 90812"/>
                <a:gd name="csY6" fmla="*/ 180811 h 204257"/>
                <a:gd name="csX7" fmla="*/ 87650 w 90812"/>
                <a:gd name="csY7" fmla="*/ 179007 h 204257"/>
                <a:gd name="csX8" fmla="*/ 88554 w 90812"/>
                <a:gd name="csY8" fmla="*/ 200650 h 204257"/>
                <a:gd name="csX9" fmla="*/ 64156 w 90812"/>
                <a:gd name="csY9" fmla="*/ 204258 h 204257"/>
                <a:gd name="csX10" fmla="*/ 34337 w 90812"/>
                <a:gd name="csY10" fmla="*/ 192534 h 204257"/>
                <a:gd name="csX11" fmla="*/ 23494 w 90812"/>
                <a:gd name="csY11" fmla="*/ 150600 h 204257"/>
                <a:gd name="csX12" fmla="*/ 23494 w 90812"/>
                <a:gd name="csY12" fmla="*/ 60421 h 204257"/>
                <a:gd name="csX13" fmla="*/ 0 w 90812"/>
                <a:gd name="csY13" fmla="*/ 60421 h 204257"/>
                <a:gd name="csX14" fmla="*/ 0 w 90812"/>
                <a:gd name="csY14" fmla="*/ 38777 h 204257"/>
                <a:gd name="csX15" fmla="*/ 23494 w 90812"/>
                <a:gd name="csY15" fmla="*/ 38777 h 204257"/>
                <a:gd name="csX16" fmla="*/ 23494 w 90812"/>
                <a:gd name="csY16" fmla="*/ 9469 h 204257"/>
                <a:gd name="csX17" fmla="*/ 51506 w 90812"/>
                <a:gd name="csY17" fmla="*/ 0 h 204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90812" h="204257">
                  <a:moveTo>
                    <a:pt x="51958" y="0"/>
                  </a:moveTo>
                  <a:lnTo>
                    <a:pt x="51958" y="38777"/>
                  </a:lnTo>
                  <a:lnTo>
                    <a:pt x="90813" y="38777"/>
                  </a:lnTo>
                  <a:lnTo>
                    <a:pt x="90813" y="60421"/>
                  </a:lnTo>
                  <a:lnTo>
                    <a:pt x="51958" y="60421"/>
                  </a:lnTo>
                  <a:lnTo>
                    <a:pt x="51958" y="150600"/>
                  </a:lnTo>
                  <a:cubicBezTo>
                    <a:pt x="51958" y="170891"/>
                    <a:pt x="58283" y="180811"/>
                    <a:pt x="72741" y="180811"/>
                  </a:cubicBezTo>
                  <a:cubicBezTo>
                    <a:pt x="87198" y="180811"/>
                    <a:pt x="84036" y="180360"/>
                    <a:pt x="87650" y="179007"/>
                  </a:cubicBezTo>
                  <a:lnTo>
                    <a:pt x="88554" y="200650"/>
                  </a:lnTo>
                  <a:cubicBezTo>
                    <a:pt x="83132" y="202454"/>
                    <a:pt x="75000" y="204258"/>
                    <a:pt x="64156" y="204258"/>
                  </a:cubicBezTo>
                  <a:cubicBezTo>
                    <a:pt x="53313" y="204258"/>
                    <a:pt x="41114" y="200199"/>
                    <a:pt x="34337" y="192534"/>
                  </a:cubicBezTo>
                  <a:cubicBezTo>
                    <a:pt x="27108" y="183967"/>
                    <a:pt x="23494" y="170891"/>
                    <a:pt x="23494" y="150600"/>
                  </a:cubicBezTo>
                  <a:lnTo>
                    <a:pt x="23494" y="60421"/>
                  </a:lnTo>
                  <a:lnTo>
                    <a:pt x="0" y="60421"/>
                  </a:lnTo>
                  <a:lnTo>
                    <a:pt x="0" y="38777"/>
                  </a:lnTo>
                  <a:lnTo>
                    <a:pt x="23494" y="38777"/>
                  </a:lnTo>
                  <a:lnTo>
                    <a:pt x="23494" y="9469"/>
                  </a:lnTo>
                  <a:lnTo>
                    <a:pt x="51506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3EDB5F19-5278-532D-7974-111EE7B5F9A7}"/>
                </a:ext>
              </a:extLst>
            </p:cNvPr>
            <p:cNvSpPr/>
            <p:nvPr/>
          </p:nvSpPr>
          <p:spPr>
            <a:xfrm>
              <a:off x="28560044" y="7951785"/>
              <a:ext cx="126957" cy="236722"/>
            </a:xfrm>
            <a:custGeom>
              <a:avLst/>
              <a:gdLst>
                <a:gd name="csX0" fmla="*/ 452 w 126957"/>
                <a:gd name="csY0" fmla="*/ 0 h 236722"/>
                <a:gd name="csX1" fmla="*/ 28915 w 126957"/>
                <a:gd name="csY1" fmla="*/ 0 h 236722"/>
                <a:gd name="csX2" fmla="*/ 28915 w 126957"/>
                <a:gd name="csY2" fmla="*/ 96943 h 236722"/>
                <a:gd name="csX3" fmla="*/ 29367 w 126957"/>
                <a:gd name="csY3" fmla="*/ 96943 h 236722"/>
                <a:gd name="csX4" fmla="*/ 48343 w 126957"/>
                <a:gd name="csY4" fmla="*/ 78006 h 236722"/>
                <a:gd name="csX5" fmla="*/ 76355 w 126957"/>
                <a:gd name="csY5" fmla="*/ 70791 h 236722"/>
                <a:gd name="csX6" fmla="*/ 126957 w 126957"/>
                <a:gd name="csY6" fmla="*/ 136623 h 236722"/>
                <a:gd name="csX7" fmla="*/ 126957 w 126957"/>
                <a:gd name="csY7" fmla="*/ 236722 h 236722"/>
                <a:gd name="csX8" fmla="*/ 98493 w 126957"/>
                <a:gd name="csY8" fmla="*/ 236722 h 236722"/>
                <a:gd name="csX9" fmla="*/ 98493 w 126957"/>
                <a:gd name="csY9" fmla="*/ 139779 h 236722"/>
                <a:gd name="csX10" fmla="*/ 65512 w 126957"/>
                <a:gd name="csY10" fmla="*/ 94689 h 236722"/>
                <a:gd name="csX11" fmla="*/ 30271 w 126957"/>
                <a:gd name="csY11" fmla="*/ 123096 h 236722"/>
                <a:gd name="csX12" fmla="*/ 28464 w 126957"/>
                <a:gd name="csY12" fmla="*/ 136623 h 236722"/>
                <a:gd name="csX13" fmla="*/ 28464 w 126957"/>
                <a:gd name="csY13" fmla="*/ 236722 h 236722"/>
                <a:gd name="csX14" fmla="*/ 0 w 126957"/>
                <a:gd name="csY14" fmla="*/ 236722 h 236722"/>
                <a:gd name="csX15" fmla="*/ 0 w 126957"/>
                <a:gd name="csY15" fmla="*/ 0 h 23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6957" h="236722">
                  <a:moveTo>
                    <a:pt x="452" y="0"/>
                  </a:moveTo>
                  <a:lnTo>
                    <a:pt x="28915" y="0"/>
                  </a:lnTo>
                  <a:lnTo>
                    <a:pt x="28915" y="96943"/>
                  </a:lnTo>
                  <a:lnTo>
                    <a:pt x="29367" y="96943"/>
                  </a:lnTo>
                  <a:cubicBezTo>
                    <a:pt x="33885" y="89729"/>
                    <a:pt x="40662" y="82966"/>
                    <a:pt x="48343" y="78006"/>
                  </a:cubicBezTo>
                  <a:cubicBezTo>
                    <a:pt x="56476" y="73497"/>
                    <a:pt x="65512" y="70791"/>
                    <a:pt x="76355" y="70791"/>
                  </a:cubicBezTo>
                  <a:cubicBezTo>
                    <a:pt x="97590" y="70791"/>
                    <a:pt x="126957" y="84769"/>
                    <a:pt x="126957" y="136623"/>
                  </a:cubicBezTo>
                  <a:lnTo>
                    <a:pt x="126957" y="236722"/>
                  </a:lnTo>
                  <a:lnTo>
                    <a:pt x="98493" y="236722"/>
                  </a:lnTo>
                  <a:lnTo>
                    <a:pt x="98493" y="139779"/>
                  </a:lnTo>
                  <a:cubicBezTo>
                    <a:pt x="98493" y="115430"/>
                    <a:pt x="89909" y="94689"/>
                    <a:pt x="65512" y="94689"/>
                  </a:cubicBezTo>
                  <a:cubicBezTo>
                    <a:pt x="41114" y="94689"/>
                    <a:pt x="35241" y="106863"/>
                    <a:pt x="30271" y="123096"/>
                  </a:cubicBezTo>
                  <a:cubicBezTo>
                    <a:pt x="28915" y="126703"/>
                    <a:pt x="28464" y="131663"/>
                    <a:pt x="28464" y="136623"/>
                  </a:cubicBezTo>
                  <a:lnTo>
                    <a:pt x="28464" y="236722"/>
                  </a:lnTo>
                  <a:lnTo>
                    <a:pt x="0" y="236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F6136B3E-E17F-21C2-F11C-F87F096A48AF}"/>
                </a:ext>
              </a:extLst>
            </p:cNvPr>
            <p:cNvSpPr/>
            <p:nvPr/>
          </p:nvSpPr>
          <p:spPr>
            <a:xfrm>
              <a:off x="28714561" y="8022125"/>
              <a:ext cx="131023" cy="169087"/>
            </a:xfrm>
            <a:custGeom>
              <a:avLst/>
              <a:gdLst>
                <a:gd name="csX0" fmla="*/ 27560 w 131023"/>
                <a:gd name="csY0" fmla="*/ 89278 h 169087"/>
                <a:gd name="csX1" fmla="*/ 78162 w 131023"/>
                <a:gd name="csY1" fmla="*/ 146993 h 169087"/>
                <a:gd name="csX2" fmla="*/ 117921 w 131023"/>
                <a:gd name="csY2" fmla="*/ 139328 h 169087"/>
                <a:gd name="csX3" fmla="*/ 122439 w 131023"/>
                <a:gd name="csY3" fmla="*/ 159618 h 169087"/>
                <a:gd name="csX4" fmla="*/ 74096 w 131023"/>
                <a:gd name="csY4" fmla="*/ 169087 h 169087"/>
                <a:gd name="csX5" fmla="*/ 0 w 131023"/>
                <a:gd name="csY5" fmla="*/ 87024 h 169087"/>
                <a:gd name="csX6" fmla="*/ 70482 w 131023"/>
                <a:gd name="csY6" fmla="*/ 0 h 169087"/>
                <a:gd name="csX7" fmla="*/ 131023 w 131023"/>
                <a:gd name="csY7" fmla="*/ 74849 h 169087"/>
                <a:gd name="csX8" fmla="*/ 130120 w 131023"/>
                <a:gd name="csY8" fmla="*/ 88827 h 169087"/>
                <a:gd name="csX9" fmla="*/ 28012 w 131023"/>
                <a:gd name="csY9" fmla="*/ 88827 h 169087"/>
                <a:gd name="csX10" fmla="*/ 103463 w 131023"/>
                <a:gd name="csY10" fmla="*/ 68988 h 169087"/>
                <a:gd name="csX11" fmla="*/ 67319 w 131023"/>
                <a:gd name="csY11" fmla="*/ 21192 h 169087"/>
                <a:gd name="csX12" fmla="*/ 27560 w 131023"/>
                <a:gd name="csY12" fmla="*/ 68988 h 169087"/>
                <a:gd name="csX13" fmla="*/ 103012 w 131023"/>
                <a:gd name="csY13" fmla="*/ 68988 h 169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31023" h="169087">
                  <a:moveTo>
                    <a:pt x="27560" y="89278"/>
                  </a:moveTo>
                  <a:cubicBezTo>
                    <a:pt x="27560" y="132114"/>
                    <a:pt x="51958" y="146993"/>
                    <a:pt x="78162" y="146993"/>
                  </a:cubicBezTo>
                  <a:cubicBezTo>
                    <a:pt x="104367" y="146993"/>
                    <a:pt x="108433" y="143837"/>
                    <a:pt x="117921" y="139328"/>
                  </a:cubicBezTo>
                  <a:lnTo>
                    <a:pt x="122439" y="159618"/>
                  </a:lnTo>
                  <a:cubicBezTo>
                    <a:pt x="112500" y="164127"/>
                    <a:pt x="95783" y="169087"/>
                    <a:pt x="74096" y="169087"/>
                  </a:cubicBezTo>
                  <a:cubicBezTo>
                    <a:pt x="27560" y="169087"/>
                    <a:pt x="0" y="136623"/>
                    <a:pt x="0" y="87024"/>
                  </a:cubicBezTo>
                  <a:cubicBezTo>
                    <a:pt x="0" y="37425"/>
                    <a:pt x="27108" y="0"/>
                    <a:pt x="70482" y="0"/>
                  </a:cubicBezTo>
                  <a:cubicBezTo>
                    <a:pt x="113855" y="0"/>
                    <a:pt x="131023" y="42835"/>
                    <a:pt x="131023" y="74849"/>
                  </a:cubicBezTo>
                  <a:cubicBezTo>
                    <a:pt x="131023" y="106863"/>
                    <a:pt x="131023" y="85671"/>
                    <a:pt x="130120" y="88827"/>
                  </a:cubicBezTo>
                  <a:lnTo>
                    <a:pt x="28012" y="88827"/>
                  </a:lnTo>
                  <a:close/>
                  <a:moveTo>
                    <a:pt x="103463" y="68988"/>
                  </a:moveTo>
                  <a:cubicBezTo>
                    <a:pt x="103463" y="45992"/>
                    <a:pt x="94879" y="21192"/>
                    <a:pt x="67319" y="21192"/>
                  </a:cubicBezTo>
                  <a:cubicBezTo>
                    <a:pt x="39759" y="21192"/>
                    <a:pt x="29819" y="47795"/>
                    <a:pt x="27560" y="68988"/>
                  </a:cubicBezTo>
                  <a:lnTo>
                    <a:pt x="103012" y="6898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0072010D-E8E9-1E54-54AB-A595267FAB9B}"/>
                </a:ext>
              </a:extLst>
            </p:cNvPr>
            <p:cNvSpPr/>
            <p:nvPr/>
          </p:nvSpPr>
          <p:spPr>
            <a:xfrm>
              <a:off x="28932331" y="7960803"/>
              <a:ext cx="133282" cy="229958"/>
            </a:xfrm>
            <a:custGeom>
              <a:avLst/>
              <a:gdLst>
                <a:gd name="csX0" fmla="*/ 904 w 133282"/>
                <a:gd name="csY0" fmla="*/ 4509 h 229958"/>
                <a:gd name="csX1" fmla="*/ 49699 w 133282"/>
                <a:gd name="csY1" fmla="*/ 0 h 229958"/>
                <a:gd name="csX2" fmla="*/ 107981 w 133282"/>
                <a:gd name="csY2" fmla="*/ 16232 h 229958"/>
                <a:gd name="csX3" fmla="*/ 125602 w 133282"/>
                <a:gd name="csY3" fmla="*/ 56362 h 229958"/>
                <a:gd name="csX4" fmla="*/ 88102 w 133282"/>
                <a:gd name="csY4" fmla="*/ 105961 h 229958"/>
                <a:gd name="csX5" fmla="*/ 88102 w 133282"/>
                <a:gd name="csY5" fmla="*/ 106863 h 229958"/>
                <a:gd name="csX6" fmla="*/ 133283 w 133282"/>
                <a:gd name="csY6" fmla="*/ 163677 h 229958"/>
                <a:gd name="csX7" fmla="*/ 114758 w 133282"/>
                <a:gd name="csY7" fmla="*/ 208766 h 229958"/>
                <a:gd name="csX8" fmla="*/ 42018 w 133282"/>
                <a:gd name="csY8" fmla="*/ 229959 h 229958"/>
                <a:gd name="csX9" fmla="*/ 0 w 133282"/>
                <a:gd name="csY9" fmla="*/ 227704 h 229958"/>
                <a:gd name="csX10" fmla="*/ 0 w 133282"/>
                <a:gd name="csY10" fmla="*/ 5411 h 229958"/>
                <a:gd name="csX11" fmla="*/ 29367 w 133282"/>
                <a:gd name="csY11" fmla="*/ 97394 h 229958"/>
                <a:gd name="csX12" fmla="*/ 51506 w 133282"/>
                <a:gd name="csY12" fmla="*/ 97394 h 229958"/>
                <a:gd name="csX13" fmla="*/ 97590 w 133282"/>
                <a:gd name="csY13" fmla="*/ 58617 h 229958"/>
                <a:gd name="csX14" fmla="*/ 51958 w 133282"/>
                <a:gd name="csY14" fmla="*/ 21643 h 229958"/>
                <a:gd name="csX15" fmla="*/ 29367 w 133282"/>
                <a:gd name="csY15" fmla="*/ 23447 h 229958"/>
                <a:gd name="csX16" fmla="*/ 29367 w 133282"/>
                <a:gd name="csY16" fmla="*/ 97394 h 229958"/>
                <a:gd name="csX17" fmla="*/ 29367 w 133282"/>
                <a:gd name="csY17" fmla="*/ 206061 h 229958"/>
                <a:gd name="csX18" fmla="*/ 50602 w 133282"/>
                <a:gd name="csY18" fmla="*/ 207414 h 229958"/>
                <a:gd name="csX19" fmla="*/ 104819 w 133282"/>
                <a:gd name="csY19" fmla="*/ 163226 h 229958"/>
                <a:gd name="csX20" fmla="*/ 50150 w 133282"/>
                <a:gd name="csY20" fmla="*/ 119037 h 229958"/>
                <a:gd name="csX21" fmla="*/ 29819 w 133282"/>
                <a:gd name="csY21" fmla="*/ 119037 h 229958"/>
                <a:gd name="csX22" fmla="*/ 29819 w 133282"/>
                <a:gd name="csY22" fmla="*/ 206061 h 229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3282" h="229958">
                  <a:moveTo>
                    <a:pt x="904" y="4509"/>
                  </a:moveTo>
                  <a:cubicBezTo>
                    <a:pt x="13554" y="1804"/>
                    <a:pt x="31175" y="0"/>
                    <a:pt x="49699" y="0"/>
                  </a:cubicBezTo>
                  <a:cubicBezTo>
                    <a:pt x="76807" y="0"/>
                    <a:pt x="94879" y="4509"/>
                    <a:pt x="107981" y="16232"/>
                  </a:cubicBezTo>
                  <a:cubicBezTo>
                    <a:pt x="119277" y="25250"/>
                    <a:pt x="125602" y="38777"/>
                    <a:pt x="125602" y="56362"/>
                  </a:cubicBezTo>
                  <a:cubicBezTo>
                    <a:pt x="125602" y="73948"/>
                    <a:pt x="111596" y="97845"/>
                    <a:pt x="88102" y="105961"/>
                  </a:cubicBezTo>
                  <a:lnTo>
                    <a:pt x="88102" y="106863"/>
                  </a:lnTo>
                  <a:cubicBezTo>
                    <a:pt x="111144" y="112725"/>
                    <a:pt x="133283" y="131212"/>
                    <a:pt x="133283" y="163677"/>
                  </a:cubicBezTo>
                  <a:cubicBezTo>
                    <a:pt x="133283" y="196141"/>
                    <a:pt x="126054" y="197945"/>
                    <a:pt x="114758" y="208766"/>
                  </a:cubicBezTo>
                  <a:cubicBezTo>
                    <a:pt x="99849" y="223646"/>
                    <a:pt x="75903" y="229959"/>
                    <a:pt x="42018" y="229959"/>
                  </a:cubicBezTo>
                  <a:cubicBezTo>
                    <a:pt x="8132" y="229959"/>
                    <a:pt x="9036" y="228606"/>
                    <a:pt x="0" y="227704"/>
                  </a:cubicBezTo>
                  <a:lnTo>
                    <a:pt x="0" y="5411"/>
                  </a:lnTo>
                  <a:close/>
                  <a:moveTo>
                    <a:pt x="29367" y="97394"/>
                  </a:moveTo>
                  <a:lnTo>
                    <a:pt x="51506" y="97394"/>
                  </a:lnTo>
                  <a:cubicBezTo>
                    <a:pt x="79518" y="97394"/>
                    <a:pt x="97590" y="81162"/>
                    <a:pt x="97590" y="58617"/>
                  </a:cubicBezTo>
                  <a:cubicBezTo>
                    <a:pt x="97590" y="36072"/>
                    <a:pt x="80873" y="21643"/>
                    <a:pt x="51958" y="21643"/>
                  </a:cubicBezTo>
                  <a:cubicBezTo>
                    <a:pt x="23042" y="21643"/>
                    <a:pt x="33885" y="22545"/>
                    <a:pt x="29367" y="23447"/>
                  </a:cubicBezTo>
                  <a:lnTo>
                    <a:pt x="29367" y="97394"/>
                  </a:lnTo>
                  <a:close/>
                  <a:moveTo>
                    <a:pt x="29367" y="206061"/>
                  </a:moveTo>
                  <a:cubicBezTo>
                    <a:pt x="34337" y="206963"/>
                    <a:pt x="41566" y="207414"/>
                    <a:pt x="50602" y="207414"/>
                  </a:cubicBezTo>
                  <a:cubicBezTo>
                    <a:pt x="79970" y="207414"/>
                    <a:pt x="104819" y="194789"/>
                    <a:pt x="104819" y="163226"/>
                  </a:cubicBezTo>
                  <a:cubicBezTo>
                    <a:pt x="104819" y="131663"/>
                    <a:pt x="79518" y="119037"/>
                    <a:pt x="50150" y="119037"/>
                  </a:cubicBezTo>
                  <a:lnTo>
                    <a:pt x="29819" y="119037"/>
                  </a:lnTo>
                  <a:lnTo>
                    <a:pt x="29819" y="206061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4F0F74D4-4625-9127-3A6D-910B836880D4}"/>
                </a:ext>
              </a:extLst>
            </p:cNvPr>
            <p:cNvSpPr/>
            <p:nvPr/>
          </p:nvSpPr>
          <p:spPr>
            <a:xfrm>
              <a:off x="29084138" y="7958999"/>
              <a:ext cx="183432" cy="233115"/>
            </a:xfrm>
            <a:custGeom>
              <a:avLst/>
              <a:gdLst>
                <a:gd name="csX0" fmla="*/ 89909 w 183432"/>
                <a:gd name="csY0" fmla="*/ 232664 h 233115"/>
                <a:gd name="csX1" fmla="*/ 0 w 183432"/>
                <a:gd name="csY1" fmla="*/ 117685 h 233115"/>
                <a:gd name="csX2" fmla="*/ 93524 w 183432"/>
                <a:gd name="csY2" fmla="*/ 0 h 233115"/>
                <a:gd name="csX3" fmla="*/ 183433 w 183432"/>
                <a:gd name="csY3" fmla="*/ 114528 h 233115"/>
                <a:gd name="csX4" fmla="*/ 90813 w 183432"/>
                <a:gd name="csY4" fmla="*/ 233115 h 233115"/>
                <a:gd name="csX5" fmla="*/ 90813 w 183432"/>
                <a:gd name="csY5" fmla="*/ 233115 h 233115"/>
                <a:gd name="csX6" fmla="*/ 91716 w 183432"/>
                <a:gd name="csY6" fmla="*/ 209217 h 233115"/>
                <a:gd name="csX7" fmla="*/ 153614 w 183432"/>
                <a:gd name="csY7" fmla="*/ 115430 h 233115"/>
                <a:gd name="csX8" fmla="*/ 91716 w 183432"/>
                <a:gd name="csY8" fmla="*/ 23447 h 233115"/>
                <a:gd name="csX9" fmla="*/ 29367 w 183432"/>
                <a:gd name="csY9" fmla="*/ 117234 h 233115"/>
                <a:gd name="csX10" fmla="*/ 91265 w 183432"/>
                <a:gd name="csY10" fmla="*/ 209668 h 233115"/>
                <a:gd name="csX11" fmla="*/ 91265 w 183432"/>
                <a:gd name="csY11" fmla="*/ 209668 h 233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3432" h="233115">
                  <a:moveTo>
                    <a:pt x="89909" y="232664"/>
                  </a:moveTo>
                  <a:cubicBezTo>
                    <a:pt x="36596" y="232664"/>
                    <a:pt x="0" y="188025"/>
                    <a:pt x="0" y="117685"/>
                  </a:cubicBezTo>
                  <a:cubicBezTo>
                    <a:pt x="0" y="47344"/>
                    <a:pt x="38855" y="0"/>
                    <a:pt x="93524" y="0"/>
                  </a:cubicBezTo>
                  <a:cubicBezTo>
                    <a:pt x="148192" y="0"/>
                    <a:pt x="183433" y="45541"/>
                    <a:pt x="183433" y="114528"/>
                  </a:cubicBezTo>
                  <a:cubicBezTo>
                    <a:pt x="183433" y="183516"/>
                    <a:pt x="141867" y="233115"/>
                    <a:pt x="90813" y="233115"/>
                  </a:cubicBezTo>
                  <a:lnTo>
                    <a:pt x="90813" y="233115"/>
                  </a:lnTo>
                  <a:close/>
                  <a:moveTo>
                    <a:pt x="91716" y="209217"/>
                  </a:moveTo>
                  <a:cubicBezTo>
                    <a:pt x="133282" y="209217"/>
                    <a:pt x="153614" y="164578"/>
                    <a:pt x="153614" y="115430"/>
                  </a:cubicBezTo>
                  <a:cubicBezTo>
                    <a:pt x="153614" y="66282"/>
                    <a:pt x="134638" y="23447"/>
                    <a:pt x="91716" y="23447"/>
                  </a:cubicBezTo>
                  <a:cubicBezTo>
                    <a:pt x="48795" y="23447"/>
                    <a:pt x="29367" y="69889"/>
                    <a:pt x="29367" y="117234"/>
                  </a:cubicBezTo>
                  <a:cubicBezTo>
                    <a:pt x="29367" y="164578"/>
                    <a:pt x="50150" y="209668"/>
                    <a:pt x="91265" y="209668"/>
                  </a:cubicBezTo>
                  <a:lnTo>
                    <a:pt x="91265" y="20966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D80B243A-B42B-2913-F060-C58DC9F91B0E}"/>
                </a:ext>
              </a:extLst>
            </p:cNvPr>
            <p:cNvSpPr/>
            <p:nvPr/>
          </p:nvSpPr>
          <p:spPr>
            <a:xfrm>
              <a:off x="29296486" y="7962155"/>
              <a:ext cx="150903" cy="229507"/>
            </a:xfrm>
            <a:custGeom>
              <a:avLst/>
              <a:gdLst>
                <a:gd name="csX0" fmla="*/ 28012 w 150903"/>
                <a:gd name="csY0" fmla="*/ 0 h 229507"/>
                <a:gd name="csX1" fmla="*/ 28012 w 150903"/>
                <a:gd name="csY1" fmla="*/ 139328 h 229507"/>
                <a:gd name="csX2" fmla="*/ 74548 w 150903"/>
                <a:gd name="csY2" fmla="*/ 206061 h 229507"/>
                <a:gd name="csX3" fmla="*/ 122439 w 150903"/>
                <a:gd name="csY3" fmla="*/ 139328 h 229507"/>
                <a:gd name="csX4" fmla="*/ 122439 w 150903"/>
                <a:gd name="csY4" fmla="*/ 0 h 229507"/>
                <a:gd name="csX5" fmla="*/ 150903 w 150903"/>
                <a:gd name="csY5" fmla="*/ 0 h 229507"/>
                <a:gd name="csX6" fmla="*/ 150903 w 150903"/>
                <a:gd name="csY6" fmla="*/ 136623 h 229507"/>
                <a:gd name="csX7" fmla="*/ 73644 w 150903"/>
                <a:gd name="csY7" fmla="*/ 229508 h 229507"/>
                <a:gd name="csX8" fmla="*/ 0 w 150903"/>
                <a:gd name="csY8" fmla="*/ 138426 h 229507"/>
                <a:gd name="csX9" fmla="*/ 0 w 150903"/>
                <a:gd name="csY9" fmla="*/ 0 h 229507"/>
                <a:gd name="csX10" fmla="*/ 28464 w 150903"/>
                <a:gd name="csY10" fmla="*/ 0 h 22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0903" h="229507">
                  <a:moveTo>
                    <a:pt x="28012" y="0"/>
                  </a:moveTo>
                  <a:lnTo>
                    <a:pt x="28012" y="139328"/>
                  </a:lnTo>
                  <a:cubicBezTo>
                    <a:pt x="28012" y="187123"/>
                    <a:pt x="47892" y="206061"/>
                    <a:pt x="74548" y="206061"/>
                  </a:cubicBezTo>
                  <a:cubicBezTo>
                    <a:pt x="101204" y="206061"/>
                    <a:pt x="122439" y="186222"/>
                    <a:pt x="122439" y="139328"/>
                  </a:cubicBezTo>
                  <a:lnTo>
                    <a:pt x="122439" y="0"/>
                  </a:lnTo>
                  <a:lnTo>
                    <a:pt x="150903" y="0"/>
                  </a:lnTo>
                  <a:lnTo>
                    <a:pt x="150903" y="136623"/>
                  </a:lnTo>
                  <a:cubicBezTo>
                    <a:pt x="150903" y="202905"/>
                    <a:pt x="117921" y="229508"/>
                    <a:pt x="73644" y="229508"/>
                  </a:cubicBezTo>
                  <a:cubicBezTo>
                    <a:pt x="29367" y="229508"/>
                    <a:pt x="0" y="204708"/>
                    <a:pt x="0" y="138426"/>
                  </a:cubicBez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A2F655C5-BABA-804F-6030-D4830058F973}"/>
                </a:ext>
              </a:extLst>
            </p:cNvPr>
            <p:cNvSpPr/>
            <p:nvPr/>
          </p:nvSpPr>
          <p:spPr>
            <a:xfrm>
              <a:off x="29487600" y="7962155"/>
              <a:ext cx="154065" cy="226351"/>
            </a:xfrm>
            <a:custGeom>
              <a:avLst/>
              <a:gdLst>
                <a:gd name="csX0" fmla="*/ 452 w 154065"/>
                <a:gd name="csY0" fmla="*/ 226352 h 226351"/>
                <a:gd name="csX1" fmla="*/ 452 w 154065"/>
                <a:gd name="csY1" fmla="*/ 0 h 226351"/>
                <a:gd name="csX2" fmla="*/ 30271 w 154065"/>
                <a:gd name="csY2" fmla="*/ 0 h 226351"/>
                <a:gd name="csX3" fmla="*/ 93523 w 154065"/>
                <a:gd name="csY3" fmla="*/ 111823 h 226351"/>
                <a:gd name="csX4" fmla="*/ 130572 w 154065"/>
                <a:gd name="csY4" fmla="*/ 187123 h 226351"/>
                <a:gd name="csX5" fmla="*/ 131023 w 154065"/>
                <a:gd name="csY5" fmla="*/ 187123 h 226351"/>
                <a:gd name="csX6" fmla="*/ 127861 w 154065"/>
                <a:gd name="csY6" fmla="*/ 90631 h 226351"/>
                <a:gd name="csX7" fmla="*/ 127861 w 154065"/>
                <a:gd name="csY7" fmla="*/ 0 h 226351"/>
                <a:gd name="csX8" fmla="*/ 154065 w 154065"/>
                <a:gd name="csY8" fmla="*/ 0 h 226351"/>
                <a:gd name="csX9" fmla="*/ 154065 w 154065"/>
                <a:gd name="csY9" fmla="*/ 226352 h 226351"/>
                <a:gd name="csX10" fmla="*/ 126053 w 154065"/>
                <a:gd name="csY10" fmla="*/ 226352 h 226351"/>
                <a:gd name="csX11" fmla="*/ 62349 w 154065"/>
                <a:gd name="csY11" fmla="*/ 113627 h 226351"/>
                <a:gd name="csX12" fmla="*/ 24849 w 154065"/>
                <a:gd name="csY12" fmla="*/ 37425 h 226351"/>
                <a:gd name="csX13" fmla="*/ 23946 w 154065"/>
                <a:gd name="csY13" fmla="*/ 37425 h 226351"/>
                <a:gd name="csX14" fmla="*/ 26205 w 154065"/>
                <a:gd name="csY14" fmla="*/ 135270 h 226351"/>
                <a:gd name="csX15" fmla="*/ 26205 w 154065"/>
                <a:gd name="csY15" fmla="*/ 226352 h 226351"/>
                <a:gd name="csX16" fmla="*/ 0 w 154065"/>
                <a:gd name="csY16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54065" h="226351">
                  <a:moveTo>
                    <a:pt x="452" y="226352"/>
                  </a:moveTo>
                  <a:lnTo>
                    <a:pt x="452" y="0"/>
                  </a:lnTo>
                  <a:lnTo>
                    <a:pt x="30271" y="0"/>
                  </a:lnTo>
                  <a:lnTo>
                    <a:pt x="93523" y="111823"/>
                  </a:lnTo>
                  <a:cubicBezTo>
                    <a:pt x="107981" y="137524"/>
                    <a:pt x="120632" y="163677"/>
                    <a:pt x="130572" y="187123"/>
                  </a:cubicBezTo>
                  <a:lnTo>
                    <a:pt x="131023" y="187123"/>
                  </a:lnTo>
                  <a:cubicBezTo>
                    <a:pt x="128764" y="155109"/>
                    <a:pt x="127861" y="127154"/>
                    <a:pt x="127861" y="90631"/>
                  </a:cubicBezTo>
                  <a:lnTo>
                    <a:pt x="127861" y="0"/>
                  </a:lnTo>
                  <a:lnTo>
                    <a:pt x="154065" y="0"/>
                  </a:lnTo>
                  <a:lnTo>
                    <a:pt x="154065" y="226352"/>
                  </a:lnTo>
                  <a:lnTo>
                    <a:pt x="126053" y="226352"/>
                  </a:lnTo>
                  <a:lnTo>
                    <a:pt x="62349" y="113627"/>
                  </a:lnTo>
                  <a:cubicBezTo>
                    <a:pt x="48343" y="88827"/>
                    <a:pt x="35241" y="63126"/>
                    <a:pt x="24849" y="37425"/>
                  </a:cubicBezTo>
                  <a:lnTo>
                    <a:pt x="23946" y="37425"/>
                  </a:lnTo>
                  <a:cubicBezTo>
                    <a:pt x="25753" y="66733"/>
                    <a:pt x="26205" y="94689"/>
                    <a:pt x="26205" y="135270"/>
                  </a:cubicBezTo>
                  <a:lnTo>
                    <a:pt x="26205" y="226352"/>
                  </a:lnTo>
                  <a:lnTo>
                    <a:pt x="0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51FC6B68-0ACC-E921-3439-AF551F10CCC1}"/>
                </a:ext>
              </a:extLst>
            </p:cNvPr>
            <p:cNvSpPr/>
            <p:nvPr/>
          </p:nvSpPr>
          <p:spPr>
            <a:xfrm>
              <a:off x="29683232" y="7960803"/>
              <a:ext cx="165812" cy="229507"/>
            </a:xfrm>
            <a:custGeom>
              <a:avLst/>
              <a:gdLst>
                <a:gd name="csX0" fmla="*/ 0 w 165812"/>
                <a:gd name="csY0" fmla="*/ 4509 h 229507"/>
                <a:gd name="csX1" fmla="*/ 53765 w 165812"/>
                <a:gd name="csY1" fmla="*/ 0 h 229507"/>
                <a:gd name="csX2" fmla="*/ 134186 w 165812"/>
                <a:gd name="csY2" fmla="*/ 24799 h 229507"/>
                <a:gd name="csX3" fmla="*/ 165813 w 165812"/>
                <a:gd name="csY3" fmla="*/ 109118 h 229507"/>
                <a:gd name="csX4" fmla="*/ 135090 w 165812"/>
                <a:gd name="csY4" fmla="*/ 199298 h 229507"/>
                <a:gd name="csX5" fmla="*/ 46084 w 165812"/>
                <a:gd name="csY5" fmla="*/ 229508 h 229507"/>
                <a:gd name="csX6" fmla="*/ 452 w 165812"/>
                <a:gd name="csY6" fmla="*/ 227253 h 229507"/>
                <a:gd name="csX7" fmla="*/ 452 w 165812"/>
                <a:gd name="csY7" fmla="*/ 4960 h 229507"/>
                <a:gd name="csX8" fmla="*/ 28012 w 165812"/>
                <a:gd name="csY8" fmla="*/ 205159 h 229507"/>
                <a:gd name="csX9" fmla="*/ 51506 w 165812"/>
                <a:gd name="csY9" fmla="*/ 206061 h 229507"/>
                <a:gd name="csX10" fmla="*/ 135993 w 165812"/>
                <a:gd name="csY10" fmla="*/ 109569 h 229507"/>
                <a:gd name="csX11" fmla="*/ 55572 w 165812"/>
                <a:gd name="csY11" fmla="*/ 22094 h 229507"/>
                <a:gd name="csX12" fmla="*/ 28012 w 165812"/>
                <a:gd name="csY12" fmla="*/ 24349 h 229507"/>
                <a:gd name="csX13" fmla="*/ 28012 w 165812"/>
                <a:gd name="csY13" fmla="*/ 204708 h 2295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65812" h="229507">
                  <a:moveTo>
                    <a:pt x="0" y="4509"/>
                  </a:moveTo>
                  <a:cubicBezTo>
                    <a:pt x="15361" y="1353"/>
                    <a:pt x="33885" y="0"/>
                    <a:pt x="53765" y="0"/>
                  </a:cubicBezTo>
                  <a:cubicBezTo>
                    <a:pt x="90361" y="0"/>
                    <a:pt x="116566" y="8567"/>
                    <a:pt x="134186" y="24799"/>
                  </a:cubicBezTo>
                  <a:cubicBezTo>
                    <a:pt x="153614" y="42385"/>
                    <a:pt x="165813" y="69439"/>
                    <a:pt x="165813" y="109118"/>
                  </a:cubicBezTo>
                  <a:cubicBezTo>
                    <a:pt x="165813" y="148797"/>
                    <a:pt x="154065" y="179909"/>
                    <a:pt x="135090" y="199298"/>
                  </a:cubicBezTo>
                  <a:cubicBezTo>
                    <a:pt x="115662" y="219137"/>
                    <a:pt x="84488" y="229508"/>
                    <a:pt x="46084" y="229508"/>
                  </a:cubicBezTo>
                  <a:cubicBezTo>
                    <a:pt x="7681" y="229508"/>
                    <a:pt x="13102" y="228606"/>
                    <a:pt x="452" y="227253"/>
                  </a:cubicBezTo>
                  <a:lnTo>
                    <a:pt x="452" y="4960"/>
                  </a:lnTo>
                  <a:close/>
                  <a:moveTo>
                    <a:pt x="28012" y="205159"/>
                  </a:moveTo>
                  <a:cubicBezTo>
                    <a:pt x="34337" y="206061"/>
                    <a:pt x="42921" y="206061"/>
                    <a:pt x="51506" y="206061"/>
                  </a:cubicBezTo>
                  <a:cubicBezTo>
                    <a:pt x="103915" y="206061"/>
                    <a:pt x="135993" y="175400"/>
                    <a:pt x="135993" y="109569"/>
                  </a:cubicBezTo>
                  <a:cubicBezTo>
                    <a:pt x="135993" y="55010"/>
                    <a:pt x="109789" y="22094"/>
                    <a:pt x="55572" y="22094"/>
                  </a:cubicBezTo>
                  <a:cubicBezTo>
                    <a:pt x="1355" y="22094"/>
                    <a:pt x="34337" y="22996"/>
                    <a:pt x="28012" y="24349"/>
                  </a:cubicBezTo>
                  <a:lnTo>
                    <a:pt x="28012" y="20470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5559A768-6556-F659-ED53-C2F8E0F63716}"/>
                </a:ext>
              </a:extLst>
            </p:cNvPr>
            <p:cNvSpPr/>
            <p:nvPr/>
          </p:nvSpPr>
          <p:spPr>
            <a:xfrm>
              <a:off x="29855369" y="7962155"/>
              <a:ext cx="172137" cy="226351"/>
            </a:xfrm>
            <a:custGeom>
              <a:avLst/>
              <a:gdLst>
                <a:gd name="csX0" fmla="*/ 49699 w 172137"/>
                <a:gd name="csY0" fmla="*/ 156011 h 226351"/>
                <a:gd name="csX1" fmla="*/ 28916 w 172137"/>
                <a:gd name="csY1" fmla="*/ 226352 h 226351"/>
                <a:gd name="csX2" fmla="*/ 0 w 172137"/>
                <a:gd name="csY2" fmla="*/ 226352 h 226351"/>
                <a:gd name="csX3" fmla="*/ 69578 w 172137"/>
                <a:gd name="csY3" fmla="*/ 0 h 226351"/>
                <a:gd name="csX4" fmla="*/ 103012 w 172137"/>
                <a:gd name="csY4" fmla="*/ 0 h 226351"/>
                <a:gd name="csX5" fmla="*/ 172138 w 172137"/>
                <a:gd name="csY5" fmla="*/ 226352 h 226351"/>
                <a:gd name="csX6" fmla="*/ 142771 w 172137"/>
                <a:gd name="csY6" fmla="*/ 226352 h 226351"/>
                <a:gd name="csX7" fmla="*/ 121084 w 172137"/>
                <a:gd name="csY7" fmla="*/ 156011 h 226351"/>
                <a:gd name="csX8" fmla="*/ 49699 w 172137"/>
                <a:gd name="csY8" fmla="*/ 156011 h 226351"/>
                <a:gd name="csX9" fmla="*/ 115662 w 172137"/>
                <a:gd name="csY9" fmla="*/ 133917 h 226351"/>
                <a:gd name="csX10" fmla="*/ 96234 w 172137"/>
                <a:gd name="csY10" fmla="*/ 71242 h 226351"/>
                <a:gd name="csX11" fmla="*/ 85391 w 172137"/>
                <a:gd name="csY11" fmla="*/ 27054 h 226351"/>
                <a:gd name="csX12" fmla="*/ 84488 w 172137"/>
                <a:gd name="csY12" fmla="*/ 27054 h 226351"/>
                <a:gd name="csX13" fmla="*/ 74096 w 172137"/>
                <a:gd name="csY13" fmla="*/ 70791 h 226351"/>
                <a:gd name="csX14" fmla="*/ 55120 w 172137"/>
                <a:gd name="csY14" fmla="*/ 133917 h 226351"/>
                <a:gd name="csX15" fmla="*/ 116114 w 172137"/>
                <a:gd name="csY15" fmla="*/ 133917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72137" h="226351">
                  <a:moveTo>
                    <a:pt x="49699" y="156011"/>
                  </a:moveTo>
                  <a:lnTo>
                    <a:pt x="28916" y="226352"/>
                  </a:lnTo>
                  <a:lnTo>
                    <a:pt x="0" y="226352"/>
                  </a:lnTo>
                  <a:lnTo>
                    <a:pt x="69578" y="0"/>
                  </a:lnTo>
                  <a:lnTo>
                    <a:pt x="103012" y="0"/>
                  </a:lnTo>
                  <a:lnTo>
                    <a:pt x="172138" y="226352"/>
                  </a:lnTo>
                  <a:lnTo>
                    <a:pt x="142771" y="226352"/>
                  </a:lnTo>
                  <a:lnTo>
                    <a:pt x="121084" y="156011"/>
                  </a:lnTo>
                  <a:lnTo>
                    <a:pt x="49699" y="156011"/>
                  </a:lnTo>
                  <a:close/>
                  <a:moveTo>
                    <a:pt x="115662" y="133917"/>
                  </a:moveTo>
                  <a:lnTo>
                    <a:pt x="96234" y="71242"/>
                  </a:lnTo>
                  <a:cubicBezTo>
                    <a:pt x="91716" y="56362"/>
                    <a:pt x="88554" y="41032"/>
                    <a:pt x="85391" y="27054"/>
                  </a:cubicBezTo>
                  <a:lnTo>
                    <a:pt x="84488" y="27054"/>
                  </a:lnTo>
                  <a:cubicBezTo>
                    <a:pt x="81325" y="41483"/>
                    <a:pt x="78162" y="56813"/>
                    <a:pt x="74096" y="70791"/>
                  </a:cubicBezTo>
                  <a:lnTo>
                    <a:pt x="55120" y="133917"/>
                  </a:lnTo>
                  <a:lnTo>
                    <a:pt x="116114" y="133917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9C805D6C-A0A3-9547-BE09-D59C5A4883B1}"/>
                </a:ext>
              </a:extLst>
            </p:cNvPr>
            <p:cNvSpPr/>
            <p:nvPr/>
          </p:nvSpPr>
          <p:spPr>
            <a:xfrm>
              <a:off x="30051904" y="7960803"/>
              <a:ext cx="136896" cy="227704"/>
            </a:xfrm>
            <a:custGeom>
              <a:avLst/>
              <a:gdLst>
                <a:gd name="csX0" fmla="*/ 452 w 136896"/>
                <a:gd name="csY0" fmla="*/ 4509 h 227704"/>
                <a:gd name="csX1" fmla="*/ 51054 w 136896"/>
                <a:gd name="csY1" fmla="*/ 0 h 227704"/>
                <a:gd name="csX2" fmla="*/ 112048 w 136896"/>
                <a:gd name="csY2" fmla="*/ 17585 h 227704"/>
                <a:gd name="csX3" fmla="*/ 129216 w 136896"/>
                <a:gd name="csY3" fmla="*/ 60871 h 227704"/>
                <a:gd name="csX4" fmla="*/ 88554 w 136896"/>
                <a:gd name="csY4" fmla="*/ 119037 h 227704"/>
                <a:gd name="csX5" fmla="*/ 88554 w 136896"/>
                <a:gd name="csY5" fmla="*/ 119037 h 227704"/>
                <a:gd name="csX6" fmla="*/ 120632 w 136896"/>
                <a:gd name="csY6" fmla="*/ 166833 h 227704"/>
                <a:gd name="csX7" fmla="*/ 136897 w 136896"/>
                <a:gd name="csY7" fmla="*/ 227704 h 227704"/>
                <a:gd name="csX8" fmla="*/ 107982 w 136896"/>
                <a:gd name="csY8" fmla="*/ 227704 h 227704"/>
                <a:gd name="csX9" fmla="*/ 93975 w 136896"/>
                <a:gd name="csY9" fmla="*/ 173145 h 227704"/>
                <a:gd name="csX10" fmla="*/ 51054 w 136896"/>
                <a:gd name="csY10" fmla="*/ 129408 h 227704"/>
                <a:gd name="csX11" fmla="*/ 28464 w 136896"/>
                <a:gd name="csY11" fmla="*/ 129408 h 227704"/>
                <a:gd name="csX12" fmla="*/ 28464 w 136896"/>
                <a:gd name="csY12" fmla="*/ 227704 h 227704"/>
                <a:gd name="csX13" fmla="*/ 0 w 136896"/>
                <a:gd name="csY13" fmla="*/ 227704 h 227704"/>
                <a:gd name="csX14" fmla="*/ 0 w 136896"/>
                <a:gd name="csY14" fmla="*/ 4509 h 227704"/>
                <a:gd name="csX15" fmla="*/ 28464 w 136896"/>
                <a:gd name="csY15" fmla="*/ 107765 h 227704"/>
                <a:gd name="csX16" fmla="*/ 52861 w 136896"/>
                <a:gd name="csY16" fmla="*/ 107765 h 227704"/>
                <a:gd name="csX17" fmla="*/ 101204 w 136896"/>
                <a:gd name="csY17" fmla="*/ 64028 h 227704"/>
                <a:gd name="csX18" fmla="*/ 53313 w 136896"/>
                <a:gd name="csY18" fmla="*/ 21643 h 227704"/>
                <a:gd name="csX19" fmla="*/ 28916 w 136896"/>
                <a:gd name="csY19" fmla="*/ 23898 h 227704"/>
                <a:gd name="csX20" fmla="*/ 28916 w 136896"/>
                <a:gd name="csY20" fmla="*/ 107314 h 22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36896" h="227704">
                  <a:moveTo>
                    <a:pt x="452" y="4509"/>
                  </a:moveTo>
                  <a:cubicBezTo>
                    <a:pt x="14458" y="1353"/>
                    <a:pt x="32982" y="0"/>
                    <a:pt x="51054" y="0"/>
                  </a:cubicBezTo>
                  <a:cubicBezTo>
                    <a:pt x="79518" y="0"/>
                    <a:pt x="98945" y="5862"/>
                    <a:pt x="112048" y="17585"/>
                  </a:cubicBezTo>
                  <a:cubicBezTo>
                    <a:pt x="123343" y="27956"/>
                    <a:pt x="129216" y="43286"/>
                    <a:pt x="129216" y="60871"/>
                  </a:cubicBezTo>
                  <a:cubicBezTo>
                    <a:pt x="129216" y="90180"/>
                    <a:pt x="112048" y="110019"/>
                    <a:pt x="88554" y="119037"/>
                  </a:cubicBezTo>
                  <a:lnTo>
                    <a:pt x="88554" y="119037"/>
                  </a:lnTo>
                  <a:cubicBezTo>
                    <a:pt x="105723" y="125350"/>
                    <a:pt x="115662" y="141582"/>
                    <a:pt x="120632" y="166833"/>
                  </a:cubicBezTo>
                  <a:cubicBezTo>
                    <a:pt x="127409" y="198396"/>
                    <a:pt x="132379" y="219137"/>
                    <a:pt x="136897" y="227704"/>
                  </a:cubicBezTo>
                  <a:lnTo>
                    <a:pt x="107982" y="227704"/>
                  </a:lnTo>
                  <a:cubicBezTo>
                    <a:pt x="104367" y="220941"/>
                    <a:pt x="99397" y="201101"/>
                    <a:pt x="93975" y="173145"/>
                  </a:cubicBezTo>
                  <a:cubicBezTo>
                    <a:pt x="87650" y="142033"/>
                    <a:pt x="76355" y="130310"/>
                    <a:pt x="51054" y="129408"/>
                  </a:cubicBezTo>
                  <a:lnTo>
                    <a:pt x="28464" y="129408"/>
                  </a:lnTo>
                  <a:lnTo>
                    <a:pt x="28464" y="227704"/>
                  </a:lnTo>
                  <a:lnTo>
                    <a:pt x="0" y="227704"/>
                  </a:lnTo>
                  <a:lnTo>
                    <a:pt x="0" y="4509"/>
                  </a:lnTo>
                  <a:close/>
                  <a:moveTo>
                    <a:pt x="28464" y="107765"/>
                  </a:moveTo>
                  <a:lnTo>
                    <a:pt x="52861" y="107765"/>
                  </a:lnTo>
                  <a:cubicBezTo>
                    <a:pt x="82229" y="107765"/>
                    <a:pt x="101204" y="90180"/>
                    <a:pt x="101204" y="64028"/>
                  </a:cubicBezTo>
                  <a:cubicBezTo>
                    <a:pt x="101204" y="37876"/>
                    <a:pt x="83132" y="21643"/>
                    <a:pt x="53313" y="21643"/>
                  </a:cubicBezTo>
                  <a:cubicBezTo>
                    <a:pt x="23494" y="21643"/>
                    <a:pt x="32982" y="22545"/>
                    <a:pt x="28916" y="23898"/>
                  </a:cubicBezTo>
                  <a:lnTo>
                    <a:pt x="28916" y="107314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B4AB1371-763B-8E33-7B21-F4E83C7EE4E7}"/>
                </a:ext>
              </a:extLst>
            </p:cNvPr>
            <p:cNvSpPr/>
            <p:nvPr/>
          </p:nvSpPr>
          <p:spPr>
            <a:xfrm>
              <a:off x="30213199" y="7962155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94C7E991-F409-192B-F2E1-F228AED33919}"/>
                </a:ext>
              </a:extLst>
            </p:cNvPr>
            <p:cNvSpPr/>
            <p:nvPr/>
          </p:nvSpPr>
          <p:spPr>
            <a:xfrm>
              <a:off x="30283680" y="7962155"/>
              <a:ext cx="116113" cy="226351"/>
            </a:xfrm>
            <a:custGeom>
              <a:avLst/>
              <a:gdLst>
                <a:gd name="csX0" fmla="*/ 106174 w 116113"/>
                <a:gd name="csY0" fmla="*/ 119939 h 226351"/>
                <a:gd name="csX1" fmla="*/ 28012 w 116113"/>
                <a:gd name="csY1" fmla="*/ 119939 h 226351"/>
                <a:gd name="csX2" fmla="*/ 28012 w 116113"/>
                <a:gd name="csY2" fmla="*/ 202454 h 226351"/>
                <a:gd name="csX3" fmla="*/ 116114 w 116113"/>
                <a:gd name="csY3" fmla="*/ 202454 h 226351"/>
                <a:gd name="csX4" fmla="*/ 116114 w 116113"/>
                <a:gd name="csY4" fmla="*/ 226352 h 226351"/>
                <a:gd name="csX5" fmla="*/ 0 w 116113"/>
                <a:gd name="csY5" fmla="*/ 226352 h 226351"/>
                <a:gd name="csX6" fmla="*/ 0 w 116113"/>
                <a:gd name="csY6" fmla="*/ 0 h 226351"/>
                <a:gd name="csX7" fmla="*/ 111596 w 116113"/>
                <a:gd name="csY7" fmla="*/ 0 h 226351"/>
                <a:gd name="csX8" fmla="*/ 111596 w 116113"/>
                <a:gd name="csY8" fmla="*/ 23898 h 226351"/>
                <a:gd name="csX9" fmla="*/ 28012 w 116113"/>
                <a:gd name="csY9" fmla="*/ 23898 h 226351"/>
                <a:gd name="csX10" fmla="*/ 28012 w 116113"/>
                <a:gd name="csY10" fmla="*/ 96493 h 226351"/>
                <a:gd name="csX11" fmla="*/ 106174 w 116113"/>
                <a:gd name="csY11" fmla="*/ 96493 h 226351"/>
                <a:gd name="csX12" fmla="*/ 106174 w 116113"/>
                <a:gd name="csY12" fmla="*/ 119939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6113" h="226351">
                  <a:moveTo>
                    <a:pt x="106174" y="119939"/>
                  </a:moveTo>
                  <a:lnTo>
                    <a:pt x="28012" y="119939"/>
                  </a:lnTo>
                  <a:lnTo>
                    <a:pt x="28012" y="202454"/>
                  </a:lnTo>
                  <a:lnTo>
                    <a:pt x="116114" y="202454"/>
                  </a:lnTo>
                  <a:lnTo>
                    <a:pt x="11611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111596" y="0"/>
                  </a:lnTo>
                  <a:lnTo>
                    <a:pt x="111596" y="23898"/>
                  </a:lnTo>
                  <a:lnTo>
                    <a:pt x="28012" y="23898"/>
                  </a:lnTo>
                  <a:lnTo>
                    <a:pt x="28012" y="96493"/>
                  </a:lnTo>
                  <a:lnTo>
                    <a:pt x="106174" y="96493"/>
                  </a:lnTo>
                  <a:lnTo>
                    <a:pt x="106174" y="11993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A5B964A4-B320-DE29-BAD6-1D532C7B4A98}"/>
                </a:ext>
              </a:extLst>
            </p:cNvPr>
            <p:cNvSpPr/>
            <p:nvPr/>
          </p:nvSpPr>
          <p:spPr>
            <a:xfrm>
              <a:off x="30416511" y="7959450"/>
              <a:ext cx="126505" cy="231762"/>
            </a:xfrm>
            <a:custGeom>
              <a:avLst/>
              <a:gdLst>
                <a:gd name="csX0" fmla="*/ 7229 w 126505"/>
                <a:gd name="csY0" fmla="*/ 195240 h 231762"/>
                <a:gd name="csX1" fmla="*/ 53765 w 126505"/>
                <a:gd name="csY1" fmla="*/ 208316 h 231762"/>
                <a:gd name="csX2" fmla="*/ 98493 w 126505"/>
                <a:gd name="csY2" fmla="*/ 169538 h 231762"/>
                <a:gd name="csX3" fmla="*/ 59638 w 126505"/>
                <a:gd name="csY3" fmla="*/ 124448 h 231762"/>
                <a:gd name="csX4" fmla="*/ 4970 w 126505"/>
                <a:gd name="csY4" fmla="*/ 60871 h 231762"/>
                <a:gd name="csX5" fmla="*/ 74096 w 126505"/>
                <a:gd name="csY5" fmla="*/ 0 h 231762"/>
                <a:gd name="csX6" fmla="*/ 118373 w 126505"/>
                <a:gd name="csY6" fmla="*/ 9920 h 231762"/>
                <a:gd name="csX7" fmla="*/ 111144 w 126505"/>
                <a:gd name="csY7" fmla="*/ 33367 h 231762"/>
                <a:gd name="csX8" fmla="*/ 73192 w 126505"/>
                <a:gd name="csY8" fmla="*/ 23447 h 231762"/>
                <a:gd name="csX9" fmla="*/ 32982 w 126505"/>
                <a:gd name="csY9" fmla="*/ 56813 h 231762"/>
                <a:gd name="csX10" fmla="*/ 74548 w 126505"/>
                <a:gd name="csY10" fmla="*/ 101002 h 231762"/>
                <a:gd name="csX11" fmla="*/ 126505 w 126505"/>
                <a:gd name="csY11" fmla="*/ 167284 h 231762"/>
                <a:gd name="csX12" fmla="*/ 51958 w 126505"/>
                <a:gd name="csY12" fmla="*/ 231762 h 231762"/>
                <a:gd name="csX13" fmla="*/ 0 w 126505"/>
                <a:gd name="csY13" fmla="*/ 218686 h 231762"/>
                <a:gd name="csX14" fmla="*/ 7229 w 126505"/>
                <a:gd name="csY14" fmla="*/ 194789 h 231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6505" h="231762">
                  <a:moveTo>
                    <a:pt x="7229" y="195240"/>
                  </a:moveTo>
                  <a:cubicBezTo>
                    <a:pt x="18524" y="202454"/>
                    <a:pt x="36144" y="208316"/>
                    <a:pt x="53765" y="208316"/>
                  </a:cubicBezTo>
                  <a:cubicBezTo>
                    <a:pt x="82229" y="208316"/>
                    <a:pt x="98493" y="192985"/>
                    <a:pt x="98493" y="169538"/>
                  </a:cubicBezTo>
                  <a:cubicBezTo>
                    <a:pt x="98493" y="146091"/>
                    <a:pt x="85843" y="136172"/>
                    <a:pt x="59638" y="124448"/>
                  </a:cubicBezTo>
                  <a:cubicBezTo>
                    <a:pt x="28012" y="111823"/>
                    <a:pt x="4970" y="91533"/>
                    <a:pt x="4970" y="60871"/>
                  </a:cubicBezTo>
                  <a:cubicBezTo>
                    <a:pt x="4970" y="30210"/>
                    <a:pt x="32530" y="0"/>
                    <a:pt x="74096" y="0"/>
                  </a:cubicBezTo>
                  <a:cubicBezTo>
                    <a:pt x="115662" y="0"/>
                    <a:pt x="110241" y="4960"/>
                    <a:pt x="118373" y="9920"/>
                  </a:cubicBezTo>
                  <a:lnTo>
                    <a:pt x="111144" y="33367"/>
                  </a:lnTo>
                  <a:cubicBezTo>
                    <a:pt x="104367" y="29308"/>
                    <a:pt x="90813" y="23447"/>
                    <a:pt x="73192" y="23447"/>
                  </a:cubicBezTo>
                  <a:cubicBezTo>
                    <a:pt x="44729" y="23447"/>
                    <a:pt x="32982" y="41032"/>
                    <a:pt x="32982" y="56813"/>
                  </a:cubicBezTo>
                  <a:cubicBezTo>
                    <a:pt x="32982" y="72595"/>
                    <a:pt x="46084" y="88376"/>
                    <a:pt x="74548" y="101002"/>
                  </a:cubicBezTo>
                  <a:cubicBezTo>
                    <a:pt x="109337" y="117234"/>
                    <a:pt x="126505" y="136623"/>
                    <a:pt x="126505" y="167284"/>
                  </a:cubicBezTo>
                  <a:cubicBezTo>
                    <a:pt x="126505" y="197945"/>
                    <a:pt x="100752" y="231762"/>
                    <a:pt x="51958" y="231762"/>
                  </a:cubicBezTo>
                  <a:cubicBezTo>
                    <a:pt x="3163" y="231762"/>
                    <a:pt x="10391" y="225901"/>
                    <a:pt x="0" y="218686"/>
                  </a:cubicBezTo>
                  <a:lnTo>
                    <a:pt x="7229" y="19478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4963BCD1-702C-D7FA-D9FF-0F04A65A1263}"/>
                </a:ext>
              </a:extLst>
            </p:cNvPr>
            <p:cNvSpPr/>
            <p:nvPr/>
          </p:nvSpPr>
          <p:spPr>
            <a:xfrm>
              <a:off x="28452966" y="8369318"/>
              <a:ext cx="143222" cy="169087"/>
            </a:xfrm>
            <a:custGeom>
              <a:avLst/>
              <a:gdLst>
                <a:gd name="csX0" fmla="*/ 70482 w 143222"/>
                <a:gd name="csY0" fmla="*/ 169087 h 169087"/>
                <a:gd name="csX1" fmla="*/ 0 w 143222"/>
                <a:gd name="csY1" fmla="*/ 85671 h 169087"/>
                <a:gd name="csX2" fmla="*/ 72741 w 143222"/>
                <a:gd name="csY2" fmla="*/ 0 h 169087"/>
                <a:gd name="csX3" fmla="*/ 143222 w 143222"/>
                <a:gd name="csY3" fmla="*/ 83416 h 169087"/>
                <a:gd name="csX4" fmla="*/ 70482 w 143222"/>
                <a:gd name="csY4" fmla="*/ 169087 h 169087"/>
                <a:gd name="csX5" fmla="*/ 70482 w 143222"/>
                <a:gd name="csY5" fmla="*/ 169087 h 169087"/>
                <a:gd name="csX6" fmla="*/ 71837 w 143222"/>
                <a:gd name="csY6" fmla="*/ 147444 h 169087"/>
                <a:gd name="csX7" fmla="*/ 114758 w 143222"/>
                <a:gd name="csY7" fmla="*/ 83867 h 169087"/>
                <a:gd name="csX8" fmla="*/ 71837 w 143222"/>
                <a:gd name="csY8" fmla="*/ 21192 h 169087"/>
                <a:gd name="csX9" fmla="*/ 28915 w 143222"/>
                <a:gd name="csY9" fmla="*/ 84769 h 169087"/>
                <a:gd name="csX10" fmla="*/ 71837 w 143222"/>
                <a:gd name="csY10" fmla="*/ 147444 h 169087"/>
                <a:gd name="csX11" fmla="*/ 71837 w 143222"/>
                <a:gd name="csY11" fmla="*/ 147444 h 1690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3222" h="169087">
                  <a:moveTo>
                    <a:pt x="70482" y="169087"/>
                  </a:moveTo>
                  <a:cubicBezTo>
                    <a:pt x="30723" y="169087"/>
                    <a:pt x="0" y="138877"/>
                    <a:pt x="0" y="85671"/>
                  </a:cubicBezTo>
                  <a:cubicBezTo>
                    <a:pt x="0" y="32465"/>
                    <a:pt x="32982" y="0"/>
                    <a:pt x="72741" y="0"/>
                  </a:cubicBezTo>
                  <a:cubicBezTo>
                    <a:pt x="112499" y="0"/>
                    <a:pt x="143222" y="31563"/>
                    <a:pt x="143222" y="83416"/>
                  </a:cubicBezTo>
                  <a:cubicBezTo>
                    <a:pt x="143222" y="135270"/>
                    <a:pt x="105271" y="169087"/>
                    <a:pt x="70482" y="169087"/>
                  </a:cubicBezTo>
                  <a:lnTo>
                    <a:pt x="70482" y="169087"/>
                  </a:lnTo>
                  <a:close/>
                  <a:moveTo>
                    <a:pt x="71837" y="147444"/>
                  </a:moveTo>
                  <a:cubicBezTo>
                    <a:pt x="98494" y="147444"/>
                    <a:pt x="114758" y="117685"/>
                    <a:pt x="114758" y="83867"/>
                  </a:cubicBezTo>
                  <a:cubicBezTo>
                    <a:pt x="114758" y="50050"/>
                    <a:pt x="103463" y="21192"/>
                    <a:pt x="71837" y="21192"/>
                  </a:cubicBezTo>
                  <a:cubicBezTo>
                    <a:pt x="40211" y="21192"/>
                    <a:pt x="28915" y="55461"/>
                    <a:pt x="28915" y="84769"/>
                  </a:cubicBezTo>
                  <a:cubicBezTo>
                    <a:pt x="28915" y="114078"/>
                    <a:pt x="44729" y="147444"/>
                    <a:pt x="71837" y="147444"/>
                  </a:cubicBezTo>
                  <a:lnTo>
                    <a:pt x="71837" y="147444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92E913AA-C6C3-B0C8-6B59-6532D886BCED}"/>
                </a:ext>
              </a:extLst>
            </p:cNvPr>
            <p:cNvSpPr/>
            <p:nvPr/>
          </p:nvSpPr>
          <p:spPr>
            <a:xfrm>
              <a:off x="28605676" y="8294017"/>
              <a:ext cx="101204" cy="240780"/>
            </a:xfrm>
            <a:custGeom>
              <a:avLst/>
              <a:gdLst>
                <a:gd name="csX0" fmla="*/ 22138 w 101204"/>
                <a:gd name="csY0" fmla="*/ 240780 h 240780"/>
                <a:gd name="csX1" fmla="*/ 22138 w 101204"/>
                <a:gd name="csY1" fmla="*/ 99649 h 240780"/>
                <a:gd name="csX2" fmla="*/ 0 w 101204"/>
                <a:gd name="csY2" fmla="*/ 99649 h 240780"/>
                <a:gd name="csX3" fmla="*/ 0 w 101204"/>
                <a:gd name="csY3" fmla="*/ 78006 h 240780"/>
                <a:gd name="csX4" fmla="*/ 22138 w 101204"/>
                <a:gd name="csY4" fmla="*/ 78006 h 240780"/>
                <a:gd name="csX5" fmla="*/ 22138 w 101204"/>
                <a:gd name="csY5" fmla="*/ 69439 h 240780"/>
                <a:gd name="csX6" fmla="*/ 39759 w 101204"/>
                <a:gd name="csY6" fmla="*/ 14880 h 240780"/>
                <a:gd name="csX7" fmla="*/ 77259 w 101204"/>
                <a:gd name="csY7" fmla="*/ 0 h 240780"/>
                <a:gd name="csX8" fmla="*/ 101204 w 101204"/>
                <a:gd name="csY8" fmla="*/ 4509 h 240780"/>
                <a:gd name="csX9" fmla="*/ 97138 w 101204"/>
                <a:gd name="csY9" fmla="*/ 26603 h 240780"/>
                <a:gd name="csX10" fmla="*/ 79518 w 101204"/>
                <a:gd name="csY10" fmla="*/ 23447 h 240780"/>
                <a:gd name="csX11" fmla="*/ 50602 w 101204"/>
                <a:gd name="csY11" fmla="*/ 68537 h 240780"/>
                <a:gd name="csX12" fmla="*/ 50602 w 101204"/>
                <a:gd name="csY12" fmla="*/ 77555 h 240780"/>
                <a:gd name="csX13" fmla="*/ 86746 w 101204"/>
                <a:gd name="csY13" fmla="*/ 77555 h 240780"/>
                <a:gd name="csX14" fmla="*/ 86746 w 101204"/>
                <a:gd name="csY14" fmla="*/ 99198 h 240780"/>
                <a:gd name="csX15" fmla="*/ 50602 w 101204"/>
                <a:gd name="csY15" fmla="*/ 99198 h 240780"/>
                <a:gd name="csX16" fmla="*/ 50602 w 101204"/>
                <a:gd name="csY16" fmla="*/ 240329 h 240780"/>
                <a:gd name="csX17" fmla="*/ 22138 w 101204"/>
                <a:gd name="csY17" fmla="*/ 240329 h 2407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1204" h="240780">
                  <a:moveTo>
                    <a:pt x="22138" y="240780"/>
                  </a:moveTo>
                  <a:lnTo>
                    <a:pt x="22138" y="99649"/>
                  </a:lnTo>
                  <a:lnTo>
                    <a:pt x="0" y="99649"/>
                  </a:lnTo>
                  <a:lnTo>
                    <a:pt x="0" y="78006"/>
                  </a:lnTo>
                  <a:lnTo>
                    <a:pt x="22138" y="78006"/>
                  </a:lnTo>
                  <a:lnTo>
                    <a:pt x="22138" y="69439"/>
                  </a:lnTo>
                  <a:cubicBezTo>
                    <a:pt x="22138" y="48246"/>
                    <a:pt x="26656" y="27956"/>
                    <a:pt x="39759" y="14880"/>
                  </a:cubicBezTo>
                  <a:cubicBezTo>
                    <a:pt x="50150" y="4058"/>
                    <a:pt x="64608" y="0"/>
                    <a:pt x="77259" y="0"/>
                  </a:cubicBezTo>
                  <a:cubicBezTo>
                    <a:pt x="89909" y="0"/>
                    <a:pt x="95783" y="1804"/>
                    <a:pt x="101204" y="4509"/>
                  </a:cubicBezTo>
                  <a:lnTo>
                    <a:pt x="97138" y="26603"/>
                  </a:lnTo>
                  <a:cubicBezTo>
                    <a:pt x="93072" y="24799"/>
                    <a:pt x="87650" y="23447"/>
                    <a:pt x="79518" y="23447"/>
                  </a:cubicBezTo>
                  <a:cubicBezTo>
                    <a:pt x="56476" y="23447"/>
                    <a:pt x="50602" y="45090"/>
                    <a:pt x="50602" y="68537"/>
                  </a:cubicBezTo>
                  <a:lnTo>
                    <a:pt x="50602" y="77555"/>
                  </a:lnTo>
                  <a:lnTo>
                    <a:pt x="86746" y="77555"/>
                  </a:lnTo>
                  <a:lnTo>
                    <a:pt x="86746" y="99198"/>
                  </a:lnTo>
                  <a:lnTo>
                    <a:pt x="50602" y="99198"/>
                  </a:lnTo>
                  <a:lnTo>
                    <a:pt x="50602" y="240329"/>
                  </a:lnTo>
                  <a:lnTo>
                    <a:pt x="22138" y="24032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15024984-E0E6-A541-50C7-0FBB53164EF8}"/>
                </a:ext>
              </a:extLst>
            </p:cNvPr>
            <p:cNvSpPr/>
            <p:nvPr/>
          </p:nvSpPr>
          <p:spPr>
            <a:xfrm>
              <a:off x="28769682" y="8307094"/>
              <a:ext cx="129216" cy="227704"/>
            </a:xfrm>
            <a:custGeom>
              <a:avLst/>
              <a:gdLst>
                <a:gd name="csX0" fmla="*/ 0 w 129216"/>
                <a:gd name="csY0" fmla="*/ 4509 h 227704"/>
                <a:gd name="csX1" fmla="*/ 50602 w 129216"/>
                <a:gd name="csY1" fmla="*/ 0 h 227704"/>
                <a:gd name="csX2" fmla="*/ 110240 w 129216"/>
                <a:gd name="csY2" fmla="*/ 18036 h 227704"/>
                <a:gd name="csX3" fmla="*/ 129216 w 129216"/>
                <a:gd name="csY3" fmla="*/ 65380 h 227704"/>
                <a:gd name="csX4" fmla="*/ 112951 w 129216"/>
                <a:gd name="csY4" fmla="*/ 113176 h 227704"/>
                <a:gd name="csX5" fmla="*/ 48343 w 129216"/>
                <a:gd name="csY5" fmla="*/ 138426 h 227704"/>
                <a:gd name="csX6" fmla="*/ 28464 w 129216"/>
                <a:gd name="csY6" fmla="*/ 136623 h 227704"/>
                <a:gd name="csX7" fmla="*/ 28464 w 129216"/>
                <a:gd name="csY7" fmla="*/ 227704 h 227704"/>
                <a:gd name="csX8" fmla="*/ 0 w 129216"/>
                <a:gd name="csY8" fmla="*/ 227704 h 227704"/>
                <a:gd name="csX9" fmla="*/ 0 w 129216"/>
                <a:gd name="csY9" fmla="*/ 4058 h 227704"/>
                <a:gd name="csX10" fmla="*/ 28464 w 129216"/>
                <a:gd name="csY10" fmla="*/ 113627 h 227704"/>
                <a:gd name="csX11" fmla="*/ 48795 w 129216"/>
                <a:gd name="csY11" fmla="*/ 115430 h 227704"/>
                <a:gd name="csX12" fmla="*/ 101204 w 129216"/>
                <a:gd name="csY12" fmla="*/ 67184 h 227704"/>
                <a:gd name="csX13" fmla="*/ 51958 w 129216"/>
                <a:gd name="csY13" fmla="*/ 22545 h 227704"/>
                <a:gd name="csX14" fmla="*/ 28464 w 129216"/>
                <a:gd name="csY14" fmla="*/ 24349 h 227704"/>
                <a:gd name="csX15" fmla="*/ 28464 w 129216"/>
                <a:gd name="csY15" fmla="*/ 113176 h 227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29216" h="227704">
                  <a:moveTo>
                    <a:pt x="0" y="4509"/>
                  </a:moveTo>
                  <a:cubicBezTo>
                    <a:pt x="13102" y="2254"/>
                    <a:pt x="29367" y="0"/>
                    <a:pt x="50602" y="0"/>
                  </a:cubicBezTo>
                  <a:cubicBezTo>
                    <a:pt x="71837" y="0"/>
                    <a:pt x="97138" y="5862"/>
                    <a:pt x="110240" y="18036"/>
                  </a:cubicBezTo>
                  <a:cubicBezTo>
                    <a:pt x="121987" y="28858"/>
                    <a:pt x="129216" y="45090"/>
                    <a:pt x="129216" y="65380"/>
                  </a:cubicBezTo>
                  <a:cubicBezTo>
                    <a:pt x="129216" y="85671"/>
                    <a:pt x="123343" y="101452"/>
                    <a:pt x="112951" y="113176"/>
                  </a:cubicBezTo>
                  <a:cubicBezTo>
                    <a:pt x="98493" y="129859"/>
                    <a:pt x="74548" y="138426"/>
                    <a:pt x="48343" y="138426"/>
                  </a:cubicBezTo>
                  <a:cubicBezTo>
                    <a:pt x="22138" y="138426"/>
                    <a:pt x="34337" y="138426"/>
                    <a:pt x="28464" y="136623"/>
                  </a:cubicBezTo>
                  <a:lnTo>
                    <a:pt x="28464" y="227704"/>
                  </a:lnTo>
                  <a:lnTo>
                    <a:pt x="0" y="227704"/>
                  </a:lnTo>
                  <a:lnTo>
                    <a:pt x="0" y="4058"/>
                  </a:lnTo>
                  <a:close/>
                  <a:moveTo>
                    <a:pt x="28464" y="113627"/>
                  </a:moveTo>
                  <a:cubicBezTo>
                    <a:pt x="33885" y="115430"/>
                    <a:pt x="40662" y="115430"/>
                    <a:pt x="48795" y="115430"/>
                  </a:cubicBezTo>
                  <a:cubicBezTo>
                    <a:pt x="80873" y="115430"/>
                    <a:pt x="101204" y="98296"/>
                    <a:pt x="101204" y="67184"/>
                  </a:cubicBezTo>
                  <a:cubicBezTo>
                    <a:pt x="101204" y="36072"/>
                    <a:pt x="83584" y="22545"/>
                    <a:pt x="51958" y="22545"/>
                  </a:cubicBezTo>
                  <a:cubicBezTo>
                    <a:pt x="20331" y="22545"/>
                    <a:pt x="32982" y="23447"/>
                    <a:pt x="28464" y="24349"/>
                  </a:cubicBezTo>
                  <a:lnTo>
                    <a:pt x="28464" y="113176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85F91BE-E48A-0EBC-7A4F-79B4A27AF7A9}"/>
                </a:ext>
              </a:extLst>
            </p:cNvPr>
            <p:cNvSpPr/>
            <p:nvPr/>
          </p:nvSpPr>
          <p:spPr>
            <a:xfrm>
              <a:off x="28916518" y="8305741"/>
              <a:ext cx="183432" cy="233115"/>
            </a:xfrm>
            <a:custGeom>
              <a:avLst/>
              <a:gdLst>
                <a:gd name="csX0" fmla="*/ 89909 w 183432"/>
                <a:gd name="csY0" fmla="*/ 232664 h 233115"/>
                <a:gd name="csX1" fmla="*/ 0 w 183432"/>
                <a:gd name="csY1" fmla="*/ 117685 h 233115"/>
                <a:gd name="csX2" fmla="*/ 93524 w 183432"/>
                <a:gd name="csY2" fmla="*/ 0 h 233115"/>
                <a:gd name="csX3" fmla="*/ 183433 w 183432"/>
                <a:gd name="csY3" fmla="*/ 114529 h 233115"/>
                <a:gd name="csX4" fmla="*/ 90813 w 183432"/>
                <a:gd name="csY4" fmla="*/ 233115 h 233115"/>
                <a:gd name="csX5" fmla="*/ 90813 w 183432"/>
                <a:gd name="csY5" fmla="*/ 233115 h 233115"/>
                <a:gd name="csX6" fmla="*/ 91716 w 183432"/>
                <a:gd name="csY6" fmla="*/ 209217 h 233115"/>
                <a:gd name="csX7" fmla="*/ 153614 w 183432"/>
                <a:gd name="csY7" fmla="*/ 115430 h 233115"/>
                <a:gd name="csX8" fmla="*/ 91716 w 183432"/>
                <a:gd name="csY8" fmla="*/ 23447 h 233115"/>
                <a:gd name="csX9" fmla="*/ 29367 w 183432"/>
                <a:gd name="csY9" fmla="*/ 117234 h 233115"/>
                <a:gd name="csX10" fmla="*/ 91265 w 183432"/>
                <a:gd name="csY10" fmla="*/ 209668 h 233115"/>
                <a:gd name="csX11" fmla="*/ 91265 w 183432"/>
                <a:gd name="csY11" fmla="*/ 209668 h 233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83432" h="233115">
                  <a:moveTo>
                    <a:pt x="89909" y="232664"/>
                  </a:moveTo>
                  <a:cubicBezTo>
                    <a:pt x="36596" y="232664"/>
                    <a:pt x="0" y="188025"/>
                    <a:pt x="0" y="117685"/>
                  </a:cubicBezTo>
                  <a:cubicBezTo>
                    <a:pt x="0" y="47344"/>
                    <a:pt x="38855" y="0"/>
                    <a:pt x="93524" y="0"/>
                  </a:cubicBezTo>
                  <a:cubicBezTo>
                    <a:pt x="148192" y="0"/>
                    <a:pt x="183433" y="45541"/>
                    <a:pt x="183433" y="114529"/>
                  </a:cubicBezTo>
                  <a:cubicBezTo>
                    <a:pt x="183433" y="183516"/>
                    <a:pt x="141867" y="233115"/>
                    <a:pt x="90813" y="233115"/>
                  </a:cubicBezTo>
                  <a:lnTo>
                    <a:pt x="90813" y="233115"/>
                  </a:lnTo>
                  <a:close/>
                  <a:moveTo>
                    <a:pt x="91716" y="209217"/>
                  </a:moveTo>
                  <a:cubicBezTo>
                    <a:pt x="133283" y="209217"/>
                    <a:pt x="153614" y="164578"/>
                    <a:pt x="153614" y="115430"/>
                  </a:cubicBezTo>
                  <a:cubicBezTo>
                    <a:pt x="153614" y="66282"/>
                    <a:pt x="134638" y="23447"/>
                    <a:pt x="91716" y="23447"/>
                  </a:cubicBezTo>
                  <a:cubicBezTo>
                    <a:pt x="48795" y="23447"/>
                    <a:pt x="29367" y="69889"/>
                    <a:pt x="29367" y="117234"/>
                  </a:cubicBezTo>
                  <a:cubicBezTo>
                    <a:pt x="29367" y="164578"/>
                    <a:pt x="50150" y="209668"/>
                    <a:pt x="91265" y="209668"/>
                  </a:cubicBezTo>
                  <a:lnTo>
                    <a:pt x="91265" y="209668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61EFD30F-9899-ECF5-F470-47E8ADA6034D}"/>
                </a:ext>
              </a:extLst>
            </p:cNvPr>
            <p:cNvSpPr/>
            <p:nvPr/>
          </p:nvSpPr>
          <p:spPr>
            <a:xfrm>
              <a:off x="29117572" y="8305741"/>
              <a:ext cx="126505" cy="231762"/>
            </a:xfrm>
            <a:custGeom>
              <a:avLst/>
              <a:gdLst>
                <a:gd name="csX0" fmla="*/ 7229 w 126505"/>
                <a:gd name="csY0" fmla="*/ 195240 h 231762"/>
                <a:gd name="csX1" fmla="*/ 53765 w 126505"/>
                <a:gd name="csY1" fmla="*/ 208316 h 231762"/>
                <a:gd name="csX2" fmla="*/ 98493 w 126505"/>
                <a:gd name="csY2" fmla="*/ 169538 h 231762"/>
                <a:gd name="csX3" fmla="*/ 59638 w 126505"/>
                <a:gd name="csY3" fmla="*/ 124448 h 231762"/>
                <a:gd name="csX4" fmla="*/ 4970 w 126505"/>
                <a:gd name="csY4" fmla="*/ 60871 h 231762"/>
                <a:gd name="csX5" fmla="*/ 74096 w 126505"/>
                <a:gd name="csY5" fmla="*/ 0 h 231762"/>
                <a:gd name="csX6" fmla="*/ 118373 w 126505"/>
                <a:gd name="csY6" fmla="*/ 9920 h 231762"/>
                <a:gd name="csX7" fmla="*/ 111144 w 126505"/>
                <a:gd name="csY7" fmla="*/ 33367 h 231762"/>
                <a:gd name="csX8" fmla="*/ 73192 w 126505"/>
                <a:gd name="csY8" fmla="*/ 23447 h 231762"/>
                <a:gd name="csX9" fmla="*/ 32982 w 126505"/>
                <a:gd name="csY9" fmla="*/ 56813 h 231762"/>
                <a:gd name="csX10" fmla="*/ 74548 w 126505"/>
                <a:gd name="csY10" fmla="*/ 101002 h 231762"/>
                <a:gd name="csX11" fmla="*/ 126505 w 126505"/>
                <a:gd name="csY11" fmla="*/ 167284 h 231762"/>
                <a:gd name="csX12" fmla="*/ 51958 w 126505"/>
                <a:gd name="csY12" fmla="*/ 231762 h 231762"/>
                <a:gd name="csX13" fmla="*/ 0 w 126505"/>
                <a:gd name="csY13" fmla="*/ 218686 h 231762"/>
                <a:gd name="csX14" fmla="*/ 7229 w 126505"/>
                <a:gd name="csY14" fmla="*/ 194789 h 231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6505" h="231762">
                  <a:moveTo>
                    <a:pt x="7229" y="195240"/>
                  </a:moveTo>
                  <a:cubicBezTo>
                    <a:pt x="18524" y="202454"/>
                    <a:pt x="36144" y="208316"/>
                    <a:pt x="53765" y="208316"/>
                  </a:cubicBezTo>
                  <a:cubicBezTo>
                    <a:pt x="82229" y="208316"/>
                    <a:pt x="98493" y="192985"/>
                    <a:pt x="98493" y="169538"/>
                  </a:cubicBezTo>
                  <a:cubicBezTo>
                    <a:pt x="98493" y="146091"/>
                    <a:pt x="85843" y="136172"/>
                    <a:pt x="59638" y="124448"/>
                  </a:cubicBezTo>
                  <a:cubicBezTo>
                    <a:pt x="28012" y="111823"/>
                    <a:pt x="4970" y="91533"/>
                    <a:pt x="4970" y="60871"/>
                  </a:cubicBezTo>
                  <a:cubicBezTo>
                    <a:pt x="4970" y="30210"/>
                    <a:pt x="32530" y="0"/>
                    <a:pt x="74096" y="0"/>
                  </a:cubicBezTo>
                  <a:cubicBezTo>
                    <a:pt x="115662" y="0"/>
                    <a:pt x="110241" y="4960"/>
                    <a:pt x="118373" y="9920"/>
                  </a:cubicBezTo>
                  <a:lnTo>
                    <a:pt x="111144" y="33367"/>
                  </a:lnTo>
                  <a:cubicBezTo>
                    <a:pt x="104367" y="29308"/>
                    <a:pt x="90813" y="23447"/>
                    <a:pt x="73192" y="23447"/>
                  </a:cubicBezTo>
                  <a:cubicBezTo>
                    <a:pt x="44729" y="23447"/>
                    <a:pt x="32982" y="41032"/>
                    <a:pt x="32982" y="56813"/>
                  </a:cubicBezTo>
                  <a:cubicBezTo>
                    <a:pt x="32982" y="72595"/>
                    <a:pt x="46084" y="88376"/>
                    <a:pt x="74548" y="101002"/>
                  </a:cubicBezTo>
                  <a:cubicBezTo>
                    <a:pt x="109337" y="117234"/>
                    <a:pt x="126505" y="136623"/>
                    <a:pt x="126505" y="167284"/>
                  </a:cubicBezTo>
                  <a:cubicBezTo>
                    <a:pt x="126505" y="197945"/>
                    <a:pt x="100752" y="231762"/>
                    <a:pt x="51958" y="231762"/>
                  </a:cubicBezTo>
                  <a:cubicBezTo>
                    <a:pt x="3163" y="231762"/>
                    <a:pt x="10391" y="225901"/>
                    <a:pt x="0" y="218686"/>
                  </a:cubicBezTo>
                  <a:lnTo>
                    <a:pt x="7229" y="19478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25412E2A-A96C-3E29-6FEB-A7A2BE6DAF24}"/>
                </a:ext>
              </a:extLst>
            </p:cNvPr>
            <p:cNvSpPr/>
            <p:nvPr/>
          </p:nvSpPr>
          <p:spPr>
            <a:xfrm>
              <a:off x="29263053" y="8305741"/>
              <a:ext cx="126505" cy="231762"/>
            </a:xfrm>
            <a:custGeom>
              <a:avLst/>
              <a:gdLst>
                <a:gd name="csX0" fmla="*/ 7229 w 126505"/>
                <a:gd name="csY0" fmla="*/ 195240 h 231762"/>
                <a:gd name="csX1" fmla="*/ 53765 w 126505"/>
                <a:gd name="csY1" fmla="*/ 208316 h 231762"/>
                <a:gd name="csX2" fmla="*/ 98493 w 126505"/>
                <a:gd name="csY2" fmla="*/ 169538 h 231762"/>
                <a:gd name="csX3" fmla="*/ 59638 w 126505"/>
                <a:gd name="csY3" fmla="*/ 124448 h 231762"/>
                <a:gd name="csX4" fmla="*/ 4970 w 126505"/>
                <a:gd name="csY4" fmla="*/ 60871 h 231762"/>
                <a:gd name="csX5" fmla="*/ 74096 w 126505"/>
                <a:gd name="csY5" fmla="*/ 0 h 231762"/>
                <a:gd name="csX6" fmla="*/ 118373 w 126505"/>
                <a:gd name="csY6" fmla="*/ 9920 h 231762"/>
                <a:gd name="csX7" fmla="*/ 111144 w 126505"/>
                <a:gd name="csY7" fmla="*/ 33367 h 231762"/>
                <a:gd name="csX8" fmla="*/ 73192 w 126505"/>
                <a:gd name="csY8" fmla="*/ 23447 h 231762"/>
                <a:gd name="csX9" fmla="*/ 32982 w 126505"/>
                <a:gd name="csY9" fmla="*/ 56813 h 231762"/>
                <a:gd name="csX10" fmla="*/ 74548 w 126505"/>
                <a:gd name="csY10" fmla="*/ 101002 h 231762"/>
                <a:gd name="csX11" fmla="*/ 126505 w 126505"/>
                <a:gd name="csY11" fmla="*/ 167284 h 231762"/>
                <a:gd name="csX12" fmla="*/ 51958 w 126505"/>
                <a:gd name="csY12" fmla="*/ 231762 h 231762"/>
                <a:gd name="csX13" fmla="*/ 0 w 126505"/>
                <a:gd name="csY13" fmla="*/ 218686 h 231762"/>
                <a:gd name="csX14" fmla="*/ 7229 w 126505"/>
                <a:gd name="csY14" fmla="*/ 194789 h 231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6505" h="231762">
                  <a:moveTo>
                    <a:pt x="7229" y="195240"/>
                  </a:moveTo>
                  <a:cubicBezTo>
                    <a:pt x="18524" y="202454"/>
                    <a:pt x="36144" y="208316"/>
                    <a:pt x="53765" y="208316"/>
                  </a:cubicBezTo>
                  <a:cubicBezTo>
                    <a:pt x="82229" y="208316"/>
                    <a:pt x="98493" y="192985"/>
                    <a:pt x="98493" y="169538"/>
                  </a:cubicBezTo>
                  <a:cubicBezTo>
                    <a:pt x="98493" y="146091"/>
                    <a:pt x="85843" y="136172"/>
                    <a:pt x="59638" y="124448"/>
                  </a:cubicBezTo>
                  <a:cubicBezTo>
                    <a:pt x="28012" y="111823"/>
                    <a:pt x="4970" y="91533"/>
                    <a:pt x="4970" y="60871"/>
                  </a:cubicBezTo>
                  <a:cubicBezTo>
                    <a:pt x="4970" y="30210"/>
                    <a:pt x="32530" y="0"/>
                    <a:pt x="74096" y="0"/>
                  </a:cubicBezTo>
                  <a:cubicBezTo>
                    <a:pt x="115662" y="0"/>
                    <a:pt x="110240" y="4960"/>
                    <a:pt x="118373" y="9920"/>
                  </a:cubicBezTo>
                  <a:lnTo>
                    <a:pt x="111144" y="33367"/>
                  </a:lnTo>
                  <a:cubicBezTo>
                    <a:pt x="104367" y="29308"/>
                    <a:pt x="90813" y="23447"/>
                    <a:pt x="73192" y="23447"/>
                  </a:cubicBezTo>
                  <a:cubicBezTo>
                    <a:pt x="44729" y="23447"/>
                    <a:pt x="32982" y="41032"/>
                    <a:pt x="32982" y="56813"/>
                  </a:cubicBezTo>
                  <a:cubicBezTo>
                    <a:pt x="32982" y="72595"/>
                    <a:pt x="46084" y="88376"/>
                    <a:pt x="74548" y="101002"/>
                  </a:cubicBezTo>
                  <a:cubicBezTo>
                    <a:pt x="109337" y="117234"/>
                    <a:pt x="126505" y="136623"/>
                    <a:pt x="126505" y="167284"/>
                  </a:cubicBezTo>
                  <a:cubicBezTo>
                    <a:pt x="126505" y="197945"/>
                    <a:pt x="100752" y="231762"/>
                    <a:pt x="51958" y="231762"/>
                  </a:cubicBezTo>
                  <a:cubicBezTo>
                    <a:pt x="3163" y="231762"/>
                    <a:pt x="10391" y="225901"/>
                    <a:pt x="0" y="218686"/>
                  </a:cubicBezTo>
                  <a:lnTo>
                    <a:pt x="7229" y="19478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E4C42EF9-07C4-8ED5-3E0B-7E9097247B62}"/>
                </a:ext>
              </a:extLst>
            </p:cNvPr>
            <p:cNvSpPr/>
            <p:nvPr/>
          </p:nvSpPr>
          <p:spPr>
            <a:xfrm>
              <a:off x="29419829" y="8308897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03AA77F2-6AB9-B291-DCB0-CB8FA2BB3C18}"/>
                </a:ext>
              </a:extLst>
            </p:cNvPr>
            <p:cNvSpPr/>
            <p:nvPr/>
          </p:nvSpPr>
          <p:spPr>
            <a:xfrm>
              <a:off x="29488955" y="8307544"/>
              <a:ext cx="133282" cy="229958"/>
            </a:xfrm>
            <a:custGeom>
              <a:avLst/>
              <a:gdLst>
                <a:gd name="csX0" fmla="*/ 904 w 133282"/>
                <a:gd name="csY0" fmla="*/ 4509 h 229958"/>
                <a:gd name="csX1" fmla="*/ 49699 w 133282"/>
                <a:gd name="csY1" fmla="*/ 0 h 229958"/>
                <a:gd name="csX2" fmla="*/ 107981 w 133282"/>
                <a:gd name="csY2" fmla="*/ 16232 h 229958"/>
                <a:gd name="csX3" fmla="*/ 125602 w 133282"/>
                <a:gd name="csY3" fmla="*/ 56362 h 229958"/>
                <a:gd name="csX4" fmla="*/ 88102 w 133282"/>
                <a:gd name="csY4" fmla="*/ 105961 h 229958"/>
                <a:gd name="csX5" fmla="*/ 88102 w 133282"/>
                <a:gd name="csY5" fmla="*/ 106863 h 229958"/>
                <a:gd name="csX6" fmla="*/ 133283 w 133282"/>
                <a:gd name="csY6" fmla="*/ 163677 h 229958"/>
                <a:gd name="csX7" fmla="*/ 114758 w 133282"/>
                <a:gd name="csY7" fmla="*/ 208766 h 229958"/>
                <a:gd name="csX8" fmla="*/ 42018 w 133282"/>
                <a:gd name="csY8" fmla="*/ 229959 h 229958"/>
                <a:gd name="csX9" fmla="*/ 0 w 133282"/>
                <a:gd name="csY9" fmla="*/ 227704 h 229958"/>
                <a:gd name="csX10" fmla="*/ 0 w 133282"/>
                <a:gd name="csY10" fmla="*/ 5411 h 229958"/>
                <a:gd name="csX11" fmla="*/ 28915 w 133282"/>
                <a:gd name="csY11" fmla="*/ 97394 h 229958"/>
                <a:gd name="csX12" fmla="*/ 51054 w 133282"/>
                <a:gd name="csY12" fmla="*/ 97394 h 229958"/>
                <a:gd name="csX13" fmla="*/ 97138 w 133282"/>
                <a:gd name="csY13" fmla="*/ 58617 h 229958"/>
                <a:gd name="csX14" fmla="*/ 51506 w 133282"/>
                <a:gd name="csY14" fmla="*/ 21643 h 229958"/>
                <a:gd name="csX15" fmla="*/ 28915 w 133282"/>
                <a:gd name="csY15" fmla="*/ 23447 h 229958"/>
                <a:gd name="csX16" fmla="*/ 28915 w 133282"/>
                <a:gd name="csY16" fmla="*/ 97394 h 229958"/>
                <a:gd name="csX17" fmla="*/ 28915 w 133282"/>
                <a:gd name="csY17" fmla="*/ 205610 h 229958"/>
                <a:gd name="csX18" fmla="*/ 50150 w 133282"/>
                <a:gd name="csY18" fmla="*/ 206963 h 229958"/>
                <a:gd name="csX19" fmla="*/ 104367 w 133282"/>
                <a:gd name="csY19" fmla="*/ 162775 h 229958"/>
                <a:gd name="csX20" fmla="*/ 49699 w 133282"/>
                <a:gd name="csY20" fmla="*/ 118587 h 229958"/>
                <a:gd name="csX21" fmla="*/ 29367 w 133282"/>
                <a:gd name="csY21" fmla="*/ 118587 h 229958"/>
                <a:gd name="csX22" fmla="*/ 29367 w 133282"/>
                <a:gd name="csY22" fmla="*/ 205610 h 229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3282" h="229958">
                  <a:moveTo>
                    <a:pt x="904" y="4509"/>
                  </a:moveTo>
                  <a:cubicBezTo>
                    <a:pt x="13554" y="1804"/>
                    <a:pt x="31174" y="0"/>
                    <a:pt x="49699" y="0"/>
                  </a:cubicBezTo>
                  <a:cubicBezTo>
                    <a:pt x="76807" y="0"/>
                    <a:pt x="94879" y="4509"/>
                    <a:pt x="107981" y="16232"/>
                  </a:cubicBezTo>
                  <a:cubicBezTo>
                    <a:pt x="119276" y="25250"/>
                    <a:pt x="125602" y="38777"/>
                    <a:pt x="125602" y="56362"/>
                  </a:cubicBezTo>
                  <a:cubicBezTo>
                    <a:pt x="125602" y="73947"/>
                    <a:pt x="111596" y="97845"/>
                    <a:pt x="88102" y="105961"/>
                  </a:cubicBezTo>
                  <a:lnTo>
                    <a:pt x="88102" y="106863"/>
                  </a:lnTo>
                  <a:cubicBezTo>
                    <a:pt x="111144" y="112725"/>
                    <a:pt x="133283" y="131212"/>
                    <a:pt x="133283" y="163677"/>
                  </a:cubicBezTo>
                  <a:cubicBezTo>
                    <a:pt x="133283" y="196141"/>
                    <a:pt x="126053" y="197945"/>
                    <a:pt x="114758" y="208766"/>
                  </a:cubicBezTo>
                  <a:cubicBezTo>
                    <a:pt x="99849" y="223646"/>
                    <a:pt x="75903" y="229959"/>
                    <a:pt x="42018" y="229959"/>
                  </a:cubicBezTo>
                  <a:cubicBezTo>
                    <a:pt x="8132" y="229959"/>
                    <a:pt x="9036" y="228606"/>
                    <a:pt x="0" y="227704"/>
                  </a:cubicBezTo>
                  <a:lnTo>
                    <a:pt x="0" y="5411"/>
                  </a:lnTo>
                  <a:close/>
                  <a:moveTo>
                    <a:pt x="28915" y="97394"/>
                  </a:moveTo>
                  <a:lnTo>
                    <a:pt x="51054" y="97394"/>
                  </a:lnTo>
                  <a:cubicBezTo>
                    <a:pt x="79066" y="97394"/>
                    <a:pt x="97138" y="81162"/>
                    <a:pt x="97138" y="58617"/>
                  </a:cubicBezTo>
                  <a:cubicBezTo>
                    <a:pt x="97138" y="36072"/>
                    <a:pt x="80421" y="21643"/>
                    <a:pt x="51506" y="21643"/>
                  </a:cubicBezTo>
                  <a:cubicBezTo>
                    <a:pt x="22590" y="21643"/>
                    <a:pt x="33433" y="22545"/>
                    <a:pt x="28915" y="23447"/>
                  </a:cubicBezTo>
                  <a:lnTo>
                    <a:pt x="28915" y="97394"/>
                  </a:lnTo>
                  <a:close/>
                  <a:moveTo>
                    <a:pt x="28915" y="205610"/>
                  </a:moveTo>
                  <a:cubicBezTo>
                    <a:pt x="33885" y="206512"/>
                    <a:pt x="41114" y="206963"/>
                    <a:pt x="50150" y="206963"/>
                  </a:cubicBezTo>
                  <a:cubicBezTo>
                    <a:pt x="79518" y="206963"/>
                    <a:pt x="104367" y="194338"/>
                    <a:pt x="104367" y="162775"/>
                  </a:cubicBezTo>
                  <a:cubicBezTo>
                    <a:pt x="104367" y="131212"/>
                    <a:pt x="79066" y="118587"/>
                    <a:pt x="49699" y="118587"/>
                  </a:cubicBezTo>
                  <a:lnTo>
                    <a:pt x="29367" y="118587"/>
                  </a:lnTo>
                  <a:lnTo>
                    <a:pt x="29367" y="20561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28F1D585-AA6F-946B-4A02-A56A282832F7}"/>
                </a:ext>
              </a:extLst>
            </p:cNvPr>
            <p:cNvSpPr/>
            <p:nvPr/>
          </p:nvSpPr>
          <p:spPr>
            <a:xfrm>
              <a:off x="29645280" y="8308897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B97C4B78-C505-9D36-9E6F-C4C1B47C6984}"/>
                </a:ext>
              </a:extLst>
            </p:cNvPr>
            <p:cNvSpPr/>
            <p:nvPr/>
          </p:nvSpPr>
          <p:spPr>
            <a:xfrm>
              <a:off x="29708532" y="8308897"/>
              <a:ext cx="115210" cy="226351"/>
            </a:xfrm>
            <a:custGeom>
              <a:avLst/>
              <a:gdLst>
                <a:gd name="csX0" fmla="*/ 0 w 115210"/>
                <a:gd name="csY0" fmla="*/ 0 h 226351"/>
                <a:gd name="csX1" fmla="*/ 28464 w 115210"/>
                <a:gd name="csY1" fmla="*/ 0 h 226351"/>
                <a:gd name="csX2" fmla="*/ 28464 w 115210"/>
                <a:gd name="csY2" fmla="*/ 202454 h 226351"/>
                <a:gd name="csX3" fmla="*/ 115210 w 115210"/>
                <a:gd name="csY3" fmla="*/ 202454 h 226351"/>
                <a:gd name="csX4" fmla="*/ 115210 w 115210"/>
                <a:gd name="csY4" fmla="*/ 226352 h 226351"/>
                <a:gd name="csX5" fmla="*/ 0 w 115210"/>
                <a:gd name="csY5" fmla="*/ 226352 h 226351"/>
                <a:gd name="csX6" fmla="*/ 0 w 115210"/>
                <a:gd name="csY6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5210" h="226351">
                  <a:moveTo>
                    <a:pt x="0" y="0"/>
                  </a:moveTo>
                  <a:lnTo>
                    <a:pt x="28464" y="0"/>
                  </a:lnTo>
                  <a:lnTo>
                    <a:pt x="28464" y="202454"/>
                  </a:lnTo>
                  <a:lnTo>
                    <a:pt x="115210" y="202454"/>
                  </a:lnTo>
                  <a:lnTo>
                    <a:pt x="115210" y="226352"/>
                  </a:lnTo>
                  <a:lnTo>
                    <a:pt x="0" y="226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3BD7D4A2-4C10-87E3-E648-7C3A7A49AE24}"/>
                </a:ext>
              </a:extLst>
            </p:cNvPr>
            <p:cNvSpPr/>
            <p:nvPr/>
          </p:nvSpPr>
          <p:spPr>
            <a:xfrm>
              <a:off x="29847688" y="8308897"/>
              <a:ext cx="28463" cy="226351"/>
            </a:xfrm>
            <a:custGeom>
              <a:avLst/>
              <a:gdLst>
                <a:gd name="csX0" fmla="*/ 28464 w 28463"/>
                <a:gd name="csY0" fmla="*/ 0 h 226351"/>
                <a:gd name="csX1" fmla="*/ 28464 w 28463"/>
                <a:gd name="csY1" fmla="*/ 226352 h 226351"/>
                <a:gd name="csX2" fmla="*/ 0 w 28463"/>
                <a:gd name="csY2" fmla="*/ 226352 h 226351"/>
                <a:gd name="csX3" fmla="*/ 0 w 28463"/>
                <a:gd name="csY3" fmla="*/ 0 h 226351"/>
                <a:gd name="csX4" fmla="*/ 28464 w 28463"/>
                <a:gd name="csY4" fmla="*/ 0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463" h="226351">
                  <a:moveTo>
                    <a:pt x="28464" y="0"/>
                  </a:moveTo>
                  <a:lnTo>
                    <a:pt x="28464" y="226352"/>
                  </a:lnTo>
                  <a:lnTo>
                    <a:pt x="0" y="226352"/>
                  </a:lnTo>
                  <a:lnTo>
                    <a:pt x="0" y="0"/>
                  </a:lnTo>
                  <a:lnTo>
                    <a:pt x="28464" y="0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35AE29F2-E8F6-260B-72A7-90A7B7682C65}"/>
                </a:ext>
              </a:extLst>
            </p:cNvPr>
            <p:cNvSpPr/>
            <p:nvPr/>
          </p:nvSpPr>
          <p:spPr>
            <a:xfrm>
              <a:off x="29894676" y="8308446"/>
              <a:ext cx="149999" cy="226351"/>
            </a:xfrm>
            <a:custGeom>
              <a:avLst/>
              <a:gdLst>
                <a:gd name="csX0" fmla="*/ 60994 w 149999"/>
                <a:gd name="csY0" fmla="*/ 24349 h 226351"/>
                <a:gd name="csX1" fmla="*/ 0 w 149999"/>
                <a:gd name="csY1" fmla="*/ 24349 h 226351"/>
                <a:gd name="csX2" fmla="*/ 0 w 149999"/>
                <a:gd name="csY2" fmla="*/ 0 h 226351"/>
                <a:gd name="csX3" fmla="*/ 149999 w 149999"/>
                <a:gd name="csY3" fmla="*/ 0 h 226351"/>
                <a:gd name="csX4" fmla="*/ 149999 w 149999"/>
                <a:gd name="csY4" fmla="*/ 24349 h 226351"/>
                <a:gd name="csX5" fmla="*/ 89006 w 149999"/>
                <a:gd name="csY5" fmla="*/ 24349 h 226351"/>
                <a:gd name="csX6" fmla="*/ 89006 w 149999"/>
                <a:gd name="csY6" fmla="*/ 226352 h 226351"/>
                <a:gd name="csX7" fmla="*/ 60542 w 149999"/>
                <a:gd name="csY7" fmla="*/ 226352 h 226351"/>
                <a:gd name="csX8" fmla="*/ 60542 w 149999"/>
                <a:gd name="csY8" fmla="*/ 24349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49999" h="226351">
                  <a:moveTo>
                    <a:pt x="60994" y="24349"/>
                  </a:moveTo>
                  <a:lnTo>
                    <a:pt x="0" y="24349"/>
                  </a:lnTo>
                  <a:lnTo>
                    <a:pt x="0" y="0"/>
                  </a:lnTo>
                  <a:lnTo>
                    <a:pt x="149999" y="0"/>
                  </a:lnTo>
                  <a:lnTo>
                    <a:pt x="149999" y="24349"/>
                  </a:lnTo>
                  <a:lnTo>
                    <a:pt x="89006" y="24349"/>
                  </a:lnTo>
                  <a:lnTo>
                    <a:pt x="89006" y="226352"/>
                  </a:lnTo>
                  <a:lnTo>
                    <a:pt x="60542" y="226352"/>
                  </a:lnTo>
                  <a:lnTo>
                    <a:pt x="60542" y="24349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D661E57-AB8B-9E9F-BB4F-725CE7E77C3F}"/>
                </a:ext>
              </a:extLst>
            </p:cNvPr>
            <p:cNvSpPr/>
            <p:nvPr/>
          </p:nvSpPr>
          <p:spPr>
            <a:xfrm>
              <a:off x="30056874" y="8308446"/>
              <a:ext cx="161746" cy="226351"/>
            </a:xfrm>
            <a:custGeom>
              <a:avLst/>
              <a:gdLst>
                <a:gd name="csX0" fmla="*/ 65060 w 161746"/>
                <a:gd name="csY0" fmla="*/ 226352 h 226351"/>
                <a:gd name="csX1" fmla="*/ 65060 w 161746"/>
                <a:gd name="csY1" fmla="*/ 130310 h 226351"/>
                <a:gd name="csX2" fmla="*/ 0 w 161746"/>
                <a:gd name="csY2" fmla="*/ 0 h 226351"/>
                <a:gd name="csX3" fmla="*/ 31626 w 161746"/>
                <a:gd name="csY3" fmla="*/ 0 h 226351"/>
                <a:gd name="csX4" fmla="*/ 60090 w 161746"/>
                <a:gd name="csY4" fmla="*/ 60871 h 226351"/>
                <a:gd name="csX5" fmla="*/ 80873 w 161746"/>
                <a:gd name="csY5" fmla="*/ 108667 h 226351"/>
                <a:gd name="csX6" fmla="*/ 81325 w 161746"/>
                <a:gd name="csY6" fmla="*/ 108667 h 226351"/>
                <a:gd name="csX7" fmla="*/ 102108 w 161746"/>
                <a:gd name="csY7" fmla="*/ 60421 h 226351"/>
                <a:gd name="csX8" fmla="*/ 130572 w 161746"/>
                <a:gd name="csY8" fmla="*/ 0 h 226351"/>
                <a:gd name="csX9" fmla="*/ 161746 w 161746"/>
                <a:gd name="csY9" fmla="*/ 0 h 226351"/>
                <a:gd name="csX10" fmla="*/ 93072 w 161746"/>
                <a:gd name="csY10" fmla="*/ 129859 h 226351"/>
                <a:gd name="csX11" fmla="*/ 93072 w 161746"/>
                <a:gd name="csY11" fmla="*/ 226352 h 226351"/>
                <a:gd name="csX12" fmla="*/ 64608 w 161746"/>
                <a:gd name="csY12" fmla="*/ 226352 h 22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1746" h="226351">
                  <a:moveTo>
                    <a:pt x="65060" y="226352"/>
                  </a:moveTo>
                  <a:lnTo>
                    <a:pt x="65060" y="130310"/>
                  </a:lnTo>
                  <a:lnTo>
                    <a:pt x="0" y="0"/>
                  </a:lnTo>
                  <a:lnTo>
                    <a:pt x="31626" y="0"/>
                  </a:lnTo>
                  <a:lnTo>
                    <a:pt x="60090" y="60871"/>
                  </a:lnTo>
                  <a:cubicBezTo>
                    <a:pt x="67771" y="77555"/>
                    <a:pt x="74548" y="92434"/>
                    <a:pt x="80873" y="108667"/>
                  </a:cubicBezTo>
                  <a:lnTo>
                    <a:pt x="81325" y="108667"/>
                  </a:lnTo>
                  <a:cubicBezTo>
                    <a:pt x="87198" y="92885"/>
                    <a:pt x="93975" y="77555"/>
                    <a:pt x="102108" y="60421"/>
                  </a:cubicBezTo>
                  <a:lnTo>
                    <a:pt x="130572" y="0"/>
                  </a:lnTo>
                  <a:lnTo>
                    <a:pt x="161746" y="0"/>
                  </a:lnTo>
                  <a:lnTo>
                    <a:pt x="93072" y="129859"/>
                  </a:lnTo>
                  <a:lnTo>
                    <a:pt x="93072" y="226352"/>
                  </a:lnTo>
                  <a:lnTo>
                    <a:pt x="64608" y="226352"/>
                  </a:lnTo>
                  <a:close/>
                </a:path>
              </a:pathLst>
            </a:custGeom>
            <a:solidFill>
              <a:srgbClr val="FFFFFF"/>
            </a:solidFill>
            <a:ln w="315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74239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4e0735-f53f-4baa-bd75-b10ae3a2bbd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894B321F97984089F660A1B37BD856" ma:contentTypeVersion="8" ma:contentTypeDescription="Create a new document." ma:contentTypeScope="" ma:versionID="69f2837f18e45e11aaa12c857e6c5827">
  <xsd:schema xmlns:xsd="http://www.w3.org/2001/XMLSchema" xmlns:xs="http://www.w3.org/2001/XMLSchema" xmlns:p="http://schemas.microsoft.com/office/2006/metadata/properties" xmlns:ns3="844e0735-f53f-4baa-bd75-b10ae3a2bbdb" targetNamespace="http://schemas.microsoft.com/office/2006/metadata/properties" ma:root="true" ma:fieldsID="44cfe3dd05ba74ef950c29cbe3f766ab" ns3:_="">
    <xsd:import namespace="844e0735-f53f-4baa-bd75-b10ae3a2bb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e0735-f53f-4baa-bd75-b10ae3a2bb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713F10-82D8-4B91-A273-2BA44EB6FF7B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844e0735-f53f-4baa-bd75-b10ae3a2bbd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AADE9C2-8609-4046-AFB7-2D78D2E367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3E978F-3A35-4737-8BBB-B7BB0C7F7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4e0735-f53f-4baa-bd75-b10ae3a2bb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</TotalTime>
  <Words>435</Words>
  <Application>Microsoft Macintosh PowerPoint</Application>
  <PresentationFormat>Custom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Georgia</vt:lpstr>
      <vt:lpstr>Open Sans Hebrew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Ost</dc:creator>
  <cp:lastModifiedBy>Noa Sapir</cp:lastModifiedBy>
  <cp:revision>28</cp:revision>
  <dcterms:created xsi:type="dcterms:W3CDTF">2025-05-10T11:28:38Z</dcterms:created>
  <dcterms:modified xsi:type="dcterms:W3CDTF">2026-05-18T12:33:53Z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0x01010063894B321F97984089F660A1B37BD856</vt:lpwstr>
  </property>
</Properties>
</file>